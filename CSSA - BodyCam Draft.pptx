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26"/>
  </p:notesMasterIdLst>
  <p:sldIdLst>
    <p:sldId id="268" r:id="rId5"/>
    <p:sldId id="292" r:id="rId6"/>
    <p:sldId id="291" r:id="rId7"/>
    <p:sldId id="310" r:id="rId8"/>
    <p:sldId id="302" r:id="rId9"/>
    <p:sldId id="293" r:id="rId10"/>
    <p:sldId id="309" r:id="rId11"/>
    <p:sldId id="294" r:id="rId12"/>
    <p:sldId id="300" r:id="rId13"/>
    <p:sldId id="299" r:id="rId14"/>
    <p:sldId id="308" r:id="rId15"/>
    <p:sldId id="305" r:id="rId16"/>
    <p:sldId id="295" r:id="rId17"/>
    <p:sldId id="303" r:id="rId18"/>
    <p:sldId id="306" r:id="rId19"/>
    <p:sldId id="307" r:id="rId20"/>
    <p:sldId id="301" r:id="rId21"/>
    <p:sldId id="311" r:id="rId22"/>
    <p:sldId id="298" r:id="rId23"/>
    <p:sldId id="281" r:id="rId24"/>
    <p:sldId id="297" r:id="rId25"/>
  </p:sldIdLst>
  <p:sldSz cx="9144000" cy="5143500" type="screen16x9"/>
  <p:notesSz cx="6858000" cy="9144000"/>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70807"/>
    <a:srgbClr val="352E28"/>
    <a:srgbClr val="B01C87"/>
    <a:srgbClr val="726963"/>
    <a:srgbClr val="C0167A"/>
    <a:srgbClr val="9C968E"/>
    <a:srgbClr val="706259"/>
    <a:srgbClr val="4A403A"/>
    <a:srgbClr val="D4CEC3"/>
    <a:srgbClr val="71286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636C0C7-6BD9-194A-837C-37F6CF98C626}" v="5822" dt="2022-02-09T22:42:34.539"/>
    <p1510:client id="{932AF9C4-8F34-4CAB-9C20-64CDBBCA07F3}" v="2" dt="2022-02-10T06:58:21.675"/>
    <p1510:client id="{A5F94F5F-6D27-4B91-9815-6ADEE7448C99}" v="640" dt="2022-02-09T22:29:56.930"/>
    <p1510:client id="{F2A0C45C-9FE1-4753-9DA7-1BBCE1BB18E0}" v="1" dt="2022-02-10T06:54:33.47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uber, Ken" userId="d76d8c79-48fa-4716-b6cf-352d87cfe800" providerId="ADAL" clId="{A5F94F5F-6D27-4B91-9815-6ADEE7448C99}"/>
    <pc:docChg chg="undo custSel addSld modSld sldOrd">
      <pc:chgData name="Huber, Ken" userId="d76d8c79-48fa-4716-b6cf-352d87cfe800" providerId="ADAL" clId="{A5F94F5F-6D27-4B91-9815-6ADEE7448C99}" dt="2022-02-09T22:29:56.930" v="2641"/>
      <pc:docMkLst>
        <pc:docMk/>
      </pc:docMkLst>
      <pc:sldChg chg="addSp delSp modSp mod modAnim modNotesTx">
        <pc:chgData name="Huber, Ken" userId="d76d8c79-48fa-4716-b6cf-352d87cfe800" providerId="ADAL" clId="{A5F94F5F-6D27-4B91-9815-6ADEE7448C99}" dt="2022-02-08T22:00:15.015" v="2208"/>
        <pc:sldMkLst>
          <pc:docMk/>
          <pc:sldMk cId="2041400116" sldId="291"/>
        </pc:sldMkLst>
        <pc:spChg chg="mod">
          <ac:chgData name="Huber, Ken" userId="d76d8c79-48fa-4716-b6cf-352d87cfe800" providerId="ADAL" clId="{A5F94F5F-6D27-4B91-9815-6ADEE7448C99}" dt="2022-02-08T20:44:21.056" v="1849" actId="1036"/>
          <ac:spMkLst>
            <pc:docMk/>
            <pc:sldMk cId="2041400116" sldId="291"/>
            <ac:spMk id="3" creationId="{7BC90C41-13C4-D645-AB59-8995733BE801}"/>
          </ac:spMkLst>
        </pc:spChg>
        <pc:spChg chg="del mod">
          <ac:chgData name="Huber, Ken" userId="d76d8c79-48fa-4716-b6cf-352d87cfe800" providerId="ADAL" clId="{A5F94F5F-6D27-4B91-9815-6ADEE7448C99}" dt="2022-02-08T15:20:09.666" v="73" actId="21"/>
          <ac:spMkLst>
            <pc:docMk/>
            <pc:sldMk cId="2041400116" sldId="291"/>
            <ac:spMk id="5" creationId="{9254793C-5CAF-4577-8E63-2324D192BC1A}"/>
          </ac:spMkLst>
        </pc:spChg>
        <pc:spChg chg="mod">
          <ac:chgData name="Huber, Ken" userId="d76d8c79-48fa-4716-b6cf-352d87cfe800" providerId="ADAL" clId="{A5F94F5F-6D27-4B91-9815-6ADEE7448C99}" dt="2022-02-08T20:44:21.056" v="1849" actId="1036"/>
          <ac:spMkLst>
            <pc:docMk/>
            <pc:sldMk cId="2041400116" sldId="291"/>
            <ac:spMk id="8" creationId="{D368D17F-D252-3543-8015-A2F3FD36A27A}"/>
          </ac:spMkLst>
        </pc:spChg>
        <pc:spChg chg="mod">
          <ac:chgData name="Huber, Ken" userId="d76d8c79-48fa-4716-b6cf-352d87cfe800" providerId="ADAL" clId="{A5F94F5F-6D27-4B91-9815-6ADEE7448C99}" dt="2022-02-08T20:44:21.056" v="1849" actId="1036"/>
          <ac:spMkLst>
            <pc:docMk/>
            <pc:sldMk cId="2041400116" sldId="291"/>
            <ac:spMk id="9" creationId="{4CB292CF-7253-4647-AF44-0F81D9B8E0F2}"/>
          </ac:spMkLst>
        </pc:spChg>
        <pc:spChg chg="mod">
          <ac:chgData name="Huber, Ken" userId="d76d8c79-48fa-4716-b6cf-352d87cfe800" providerId="ADAL" clId="{A5F94F5F-6D27-4B91-9815-6ADEE7448C99}" dt="2022-02-08T20:46:23.632" v="1896" actId="14100"/>
          <ac:spMkLst>
            <pc:docMk/>
            <pc:sldMk cId="2041400116" sldId="291"/>
            <ac:spMk id="10" creationId="{8580AC49-556A-FF41-A654-8BE0F7762928}"/>
          </ac:spMkLst>
        </pc:spChg>
        <pc:spChg chg="mod">
          <ac:chgData name="Huber, Ken" userId="d76d8c79-48fa-4716-b6cf-352d87cfe800" providerId="ADAL" clId="{A5F94F5F-6D27-4B91-9815-6ADEE7448C99}" dt="2022-02-08T21:27:30.026" v="2177" actId="6549"/>
          <ac:spMkLst>
            <pc:docMk/>
            <pc:sldMk cId="2041400116" sldId="291"/>
            <ac:spMk id="11" creationId="{F6687BAB-DD1A-DF49-94FA-488356D206E1}"/>
          </ac:spMkLst>
        </pc:spChg>
        <pc:spChg chg="add del mod">
          <ac:chgData name="Huber, Ken" userId="d76d8c79-48fa-4716-b6cf-352d87cfe800" providerId="ADAL" clId="{A5F94F5F-6D27-4B91-9815-6ADEE7448C99}" dt="2022-02-08T16:39:21.279" v="872" actId="478"/>
          <ac:spMkLst>
            <pc:docMk/>
            <pc:sldMk cId="2041400116" sldId="291"/>
            <ac:spMk id="20" creationId="{6ACBFE11-6897-4944-870D-FE95D1FAC674}"/>
          </ac:spMkLst>
        </pc:spChg>
        <pc:spChg chg="add del mod">
          <ac:chgData name="Huber, Ken" userId="d76d8c79-48fa-4716-b6cf-352d87cfe800" providerId="ADAL" clId="{A5F94F5F-6D27-4B91-9815-6ADEE7448C99}" dt="2022-02-08T21:27:11.658" v="2174" actId="478"/>
          <ac:spMkLst>
            <pc:docMk/>
            <pc:sldMk cId="2041400116" sldId="291"/>
            <ac:spMk id="21" creationId="{413F39BE-DD82-4EC2-867A-6BF631B7BFD7}"/>
          </ac:spMkLst>
        </pc:spChg>
        <pc:spChg chg="add del">
          <ac:chgData name="Huber, Ken" userId="d76d8c79-48fa-4716-b6cf-352d87cfe800" providerId="ADAL" clId="{A5F94F5F-6D27-4B91-9815-6ADEE7448C99}" dt="2022-02-08T20:48:15.991" v="1912" actId="478"/>
          <ac:spMkLst>
            <pc:docMk/>
            <pc:sldMk cId="2041400116" sldId="291"/>
            <ac:spMk id="24" creationId="{17F335F0-C35F-49B7-85A4-B1647D724523}"/>
          </ac:spMkLst>
        </pc:spChg>
        <pc:spChg chg="add mod">
          <ac:chgData name="Huber, Ken" userId="d76d8c79-48fa-4716-b6cf-352d87cfe800" providerId="ADAL" clId="{A5F94F5F-6D27-4B91-9815-6ADEE7448C99}" dt="2022-02-08T21:45:33.234" v="2184" actId="693"/>
          <ac:spMkLst>
            <pc:docMk/>
            <pc:sldMk cId="2041400116" sldId="291"/>
            <ac:spMk id="25" creationId="{9C1C5834-5482-49A0-A862-24F658BA6211}"/>
          </ac:spMkLst>
        </pc:spChg>
        <pc:spChg chg="add del mod">
          <ac:chgData name="Huber, Ken" userId="d76d8c79-48fa-4716-b6cf-352d87cfe800" providerId="ADAL" clId="{A5F94F5F-6D27-4B91-9815-6ADEE7448C99}" dt="2022-02-08T21:27:11.658" v="2174" actId="478"/>
          <ac:spMkLst>
            <pc:docMk/>
            <pc:sldMk cId="2041400116" sldId="291"/>
            <ac:spMk id="28" creationId="{C338A458-8F03-4ED1-AC25-9320DAC979A6}"/>
          </ac:spMkLst>
        </pc:spChg>
        <pc:spChg chg="add del mod">
          <ac:chgData name="Huber, Ken" userId="d76d8c79-48fa-4716-b6cf-352d87cfe800" providerId="ADAL" clId="{A5F94F5F-6D27-4B91-9815-6ADEE7448C99}" dt="2022-02-08T21:27:11.658" v="2174" actId="478"/>
          <ac:spMkLst>
            <pc:docMk/>
            <pc:sldMk cId="2041400116" sldId="291"/>
            <ac:spMk id="31" creationId="{09B8673C-F157-46C2-8674-6ED70816A71E}"/>
          </ac:spMkLst>
        </pc:spChg>
        <pc:spChg chg="add mod">
          <ac:chgData name="Huber, Ken" userId="d76d8c79-48fa-4716-b6cf-352d87cfe800" providerId="ADAL" clId="{A5F94F5F-6D27-4B91-9815-6ADEE7448C99}" dt="2022-02-08T21:27:40.415" v="2179" actId="1076"/>
          <ac:spMkLst>
            <pc:docMk/>
            <pc:sldMk cId="2041400116" sldId="291"/>
            <ac:spMk id="35" creationId="{57916175-BC6C-421A-8B0F-557BF12EE8A3}"/>
          </ac:spMkLst>
        </pc:spChg>
        <pc:spChg chg="mod">
          <ac:chgData name="Huber, Ken" userId="d76d8c79-48fa-4716-b6cf-352d87cfe800" providerId="ADAL" clId="{A5F94F5F-6D27-4B91-9815-6ADEE7448C99}" dt="2022-02-08T21:44:23.346" v="2181" actId="1076"/>
          <ac:spMkLst>
            <pc:docMk/>
            <pc:sldMk cId="2041400116" sldId="291"/>
            <ac:spMk id="36" creationId="{AD8BD0B0-77B4-BE4B-9A44-35E31BE645BD}"/>
          </ac:spMkLst>
        </pc:spChg>
        <pc:spChg chg="add mod">
          <ac:chgData name="Huber, Ken" userId="d76d8c79-48fa-4716-b6cf-352d87cfe800" providerId="ADAL" clId="{A5F94F5F-6D27-4B91-9815-6ADEE7448C99}" dt="2022-02-08T21:45:41.051" v="2186" actId="1076"/>
          <ac:spMkLst>
            <pc:docMk/>
            <pc:sldMk cId="2041400116" sldId="291"/>
            <ac:spMk id="37" creationId="{8DC2D876-450E-487F-8FC9-7BCADAA7BDF7}"/>
          </ac:spMkLst>
        </pc:spChg>
        <pc:spChg chg="add mod">
          <ac:chgData name="Huber, Ken" userId="d76d8c79-48fa-4716-b6cf-352d87cfe800" providerId="ADAL" clId="{A5F94F5F-6D27-4B91-9815-6ADEE7448C99}" dt="2022-02-08T21:45:54.717" v="2189" actId="14100"/>
          <ac:spMkLst>
            <pc:docMk/>
            <pc:sldMk cId="2041400116" sldId="291"/>
            <ac:spMk id="38" creationId="{A2797B0D-EF73-42EF-920F-E4C000FEA8AB}"/>
          </ac:spMkLst>
        </pc:spChg>
        <pc:spChg chg="mod">
          <ac:chgData name="Huber, Ken" userId="d76d8c79-48fa-4716-b6cf-352d87cfe800" providerId="ADAL" clId="{A5F94F5F-6D27-4B91-9815-6ADEE7448C99}" dt="2022-02-08T20:44:21.056" v="1849" actId="1036"/>
          <ac:spMkLst>
            <pc:docMk/>
            <pc:sldMk cId="2041400116" sldId="291"/>
            <ac:spMk id="39" creationId="{F514979E-542D-5B40-835A-9C87AF861099}"/>
          </ac:spMkLst>
        </pc:spChg>
        <pc:spChg chg="mod">
          <ac:chgData name="Huber, Ken" userId="d76d8c79-48fa-4716-b6cf-352d87cfe800" providerId="ADAL" clId="{A5F94F5F-6D27-4B91-9815-6ADEE7448C99}" dt="2022-02-08T20:44:21.056" v="1849" actId="1036"/>
          <ac:spMkLst>
            <pc:docMk/>
            <pc:sldMk cId="2041400116" sldId="291"/>
            <ac:spMk id="43" creationId="{7E063523-0116-E241-B50E-A492FF130CF5}"/>
          </ac:spMkLst>
        </pc:spChg>
        <pc:picChg chg="mod">
          <ac:chgData name="Huber, Ken" userId="d76d8c79-48fa-4716-b6cf-352d87cfe800" providerId="ADAL" clId="{A5F94F5F-6D27-4B91-9815-6ADEE7448C99}" dt="2022-02-08T20:44:21.056" v="1849" actId="1036"/>
          <ac:picMkLst>
            <pc:docMk/>
            <pc:sldMk cId="2041400116" sldId="291"/>
            <ac:picMk id="1028" creationId="{D8BEB2E9-31A1-2848-9DAE-071EB4227F7E}"/>
          </ac:picMkLst>
        </pc:picChg>
        <pc:cxnChg chg="add del mod">
          <ac:chgData name="Huber, Ken" userId="d76d8c79-48fa-4716-b6cf-352d87cfe800" providerId="ADAL" clId="{A5F94F5F-6D27-4B91-9815-6ADEE7448C99}" dt="2022-02-08T20:44:36.909" v="1852" actId="478"/>
          <ac:cxnSpMkLst>
            <pc:docMk/>
            <pc:sldMk cId="2041400116" sldId="291"/>
            <ac:cxnSpMk id="6" creationId="{8F313350-0A58-43FA-B3AD-985F3F2AA0F6}"/>
          </ac:cxnSpMkLst>
        </pc:cxnChg>
        <pc:cxnChg chg="mod">
          <ac:chgData name="Huber, Ken" userId="d76d8c79-48fa-4716-b6cf-352d87cfe800" providerId="ADAL" clId="{A5F94F5F-6D27-4B91-9815-6ADEE7448C99}" dt="2022-02-08T20:47:08.389" v="1908" actId="17032"/>
          <ac:cxnSpMkLst>
            <pc:docMk/>
            <pc:sldMk cId="2041400116" sldId="291"/>
            <ac:cxnSpMk id="7" creationId="{A75FA03C-7B2E-7B4F-95C2-34405CFEFB95}"/>
          </ac:cxnSpMkLst>
        </pc:cxnChg>
        <pc:cxnChg chg="mod">
          <ac:chgData name="Huber, Ken" userId="d76d8c79-48fa-4716-b6cf-352d87cfe800" providerId="ADAL" clId="{A5F94F5F-6D27-4B91-9815-6ADEE7448C99}" dt="2022-02-08T20:47:26.172" v="1909" actId="17032"/>
          <ac:cxnSpMkLst>
            <pc:docMk/>
            <pc:sldMk cId="2041400116" sldId="291"/>
            <ac:cxnSpMk id="13" creationId="{3539CCF4-1652-7840-B2FA-11ABD7A8115A}"/>
          </ac:cxnSpMkLst>
        </pc:cxnChg>
        <pc:cxnChg chg="add del mod">
          <ac:chgData name="Huber, Ken" userId="d76d8c79-48fa-4716-b6cf-352d87cfe800" providerId="ADAL" clId="{A5F94F5F-6D27-4B91-9815-6ADEE7448C99}" dt="2022-02-08T20:44:35.613" v="1851" actId="478"/>
          <ac:cxnSpMkLst>
            <pc:docMk/>
            <pc:sldMk cId="2041400116" sldId="291"/>
            <ac:cxnSpMk id="14" creationId="{7323FE97-D46E-488E-B8C7-83697680C78C}"/>
          </ac:cxnSpMkLst>
        </pc:cxnChg>
        <pc:cxnChg chg="mod">
          <ac:chgData name="Huber, Ken" userId="d76d8c79-48fa-4716-b6cf-352d87cfe800" providerId="ADAL" clId="{A5F94F5F-6D27-4B91-9815-6ADEE7448C99}" dt="2022-02-08T20:47:36.137" v="1910" actId="17032"/>
          <ac:cxnSpMkLst>
            <pc:docMk/>
            <pc:sldMk cId="2041400116" sldId="291"/>
            <ac:cxnSpMk id="15" creationId="{404C8084-5B20-C84A-A632-FE2397176FBB}"/>
          </ac:cxnSpMkLst>
        </pc:cxnChg>
        <pc:cxnChg chg="mod">
          <ac:chgData name="Huber, Ken" userId="d76d8c79-48fa-4716-b6cf-352d87cfe800" providerId="ADAL" clId="{A5F94F5F-6D27-4B91-9815-6ADEE7448C99}" dt="2022-02-08T20:50:59.295" v="1981" actId="1076"/>
          <ac:cxnSpMkLst>
            <pc:docMk/>
            <pc:sldMk cId="2041400116" sldId="291"/>
            <ac:cxnSpMk id="17" creationId="{15129354-8149-3949-B31D-9299A5D0FE4D}"/>
          </ac:cxnSpMkLst>
        </pc:cxnChg>
        <pc:cxnChg chg="add del mod">
          <ac:chgData name="Huber, Ken" userId="d76d8c79-48fa-4716-b6cf-352d87cfe800" providerId="ADAL" clId="{A5F94F5F-6D27-4B91-9815-6ADEE7448C99}" dt="2022-02-08T20:44:37.815" v="1853" actId="478"/>
          <ac:cxnSpMkLst>
            <pc:docMk/>
            <pc:sldMk cId="2041400116" sldId="291"/>
            <ac:cxnSpMk id="18" creationId="{4C49601F-ADFC-4615-B573-A45F5159E484}"/>
          </ac:cxnSpMkLst>
        </pc:cxnChg>
        <pc:cxnChg chg="add mod">
          <ac:chgData name="Huber, Ken" userId="d76d8c79-48fa-4716-b6cf-352d87cfe800" providerId="ADAL" clId="{A5F94F5F-6D27-4B91-9815-6ADEE7448C99}" dt="2022-02-08T20:50:50.851" v="1978"/>
          <ac:cxnSpMkLst>
            <pc:docMk/>
            <pc:sldMk cId="2041400116" sldId="291"/>
            <ac:cxnSpMk id="33" creationId="{5F29565E-28DC-4D9F-BFB1-9D381140C117}"/>
          </ac:cxnSpMkLst>
        </pc:cxnChg>
        <pc:cxnChg chg="add mod">
          <ac:chgData name="Huber, Ken" userId="d76d8c79-48fa-4716-b6cf-352d87cfe800" providerId="ADAL" clId="{A5F94F5F-6D27-4B91-9815-6ADEE7448C99}" dt="2022-02-08T20:51:00.942" v="1982" actId="1076"/>
          <ac:cxnSpMkLst>
            <pc:docMk/>
            <pc:sldMk cId="2041400116" sldId="291"/>
            <ac:cxnSpMk id="34" creationId="{4EFA53D1-3862-406D-89C1-00676036001F}"/>
          </ac:cxnSpMkLst>
        </pc:cxnChg>
        <pc:cxnChg chg="mod">
          <ac:chgData name="Huber, Ken" userId="d76d8c79-48fa-4716-b6cf-352d87cfe800" providerId="ADAL" clId="{A5F94F5F-6D27-4B91-9815-6ADEE7448C99}" dt="2022-02-08T20:47:08.389" v="1908" actId="17032"/>
          <ac:cxnSpMkLst>
            <pc:docMk/>
            <pc:sldMk cId="2041400116" sldId="291"/>
            <ac:cxnSpMk id="42" creationId="{6AC011D4-4945-7E4E-A42C-0AC9A449E5E9}"/>
          </ac:cxnSpMkLst>
        </pc:cxnChg>
        <pc:cxnChg chg="mod">
          <ac:chgData name="Huber, Ken" userId="d76d8c79-48fa-4716-b6cf-352d87cfe800" providerId="ADAL" clId="{A5F94F5F-6D27-4B91-9815-6ADEE7448C99}" dt="2022-02-08T20:47:26.172" v="1909" actId="17032"/>
          <ac:cxnSpMkLst>
            <pc:docMk/>
            <pc:sldMk cId="2041400116" sldId="291"/>
            <ac:cxnSpMk id="45" creationId="{0D1923B0-0FD1-344B-8B26-C26F2F6815B8}"/>
          </ac:cxnSpMkLst>
        </pc:cxnChg>
      </pc:sldChg>
      <pc:sldChg chg="modSp">
        <pc:chgData name="Huber, Ken" userId="d76d8c79-48fa-4716-b6cf-352d87cfe800" providerId="ADAL" clId="{A5F94F5F-6D27-4B91-9815-6ADEE7448C99}" dt="2022-02-08T20:38:45.515" v="1798" actId="20577"/>
        <pc:sldMkLst>
          <pc:docMk/>
          <pc:sldMk cId="3602105547" sldId="292"/>
        </pc:sldMkLst>
        <pc:graphicFrameChg chg="mod">
          <ac:chgData name="Huber, Ken" userId="d76d8c79-48fa-4716-b6cf-352d87cfe800" providerId="ADAL" clId="{A5F94F5F-6D27-4B91-9815-6ADEE7448C99}" dt="2022-02-08T20:38:45.515" v="1798" actId="20577"/>
          <ac:graphicFrameMkLst>
            <pc:docMk/>
            <pc:sldMk cId="3602105547" sldId="292"/>
            <ac:graphicFrameMk id="3" creationId="{32383BC2-24FE-40FE-96B0-948EB0AA4992}"/>
          </ac:graphicFrameMkLst>
        </pc:graphicFrameChg>
      </pc:sldChg>
      <pc:sldChg chg="addSp delSp modSp mod modNotesTx">
        <pc:chgData name="Huber, Ken" userId="d76d8c79-48fa-4716-b6cf-352d87cfe800" providerId="ADAL" clId="{A5F94F5F-6D27-4B91-9815-6ADEE7448C99}" dt="2022-02-09T15:22:11.183" v="2554" actId="20577"/>
        <pc:sldMkLst>
          <pc:docMk/>
          <pc:sldMk cId="3981840836" sldId="293"/>
        </pc:sldMkLst>
        <pc:spChg chg="mod">
          <ac:chgData name="Huber, Ken" userId="d76d8c79-48fa-4716-b6cf-352d87cfe800" providerId="ADAL" clId="{A5F94F5F-6D27-4B91-9815-6ADEE7448C99}" dt="2022-02-08T15:20:30.313" v="92" actId="20577"/>
          <ac:spMkLst>
            <pc:docMk/>
            <pc:sldMk cId="3981840836" sldId="293"/>
            <ac:spMk id="4" creationId="{1F5EC4E7-A6F9-6C4D-815F-819FB213E2A6}"/>
          </ac:spMkLst>
        </pc:spChg>
        <pc:spChg chg="del mod">
          <ac:chgData name="Huber, Ken" userId="d76d8c79-48fa-4716-b6cf-352d87cfe800" providerId="ADAL" clId="{A5F94F5F-6D27-4B91-9815-6ADEE7448C99}" dt="2022-02-09T14:45:41.084" v="2526" actId="478"/>
          <ac:spMkLst>
            <pc:docMk/>
            <pc:sldMk cId="3981840836" sldId="293"/>
            <ac:spMk id="5" creationId="{5B57CEFE-91DE-4639-94A4-3F8E676B3F6D}"/>
          </ac:spMkLst>
        </pc:spChg>
        <pc:spChg chg="add del mod">
          <ac:chgData name="Huber, Ken" userId="d76d8c79-48fa-4716-b6cf-352d87cfe800" providerId="ADAL" clId="{A5F94F5F-6D27-4B91-9815-6ADEE7448C99}" dt="2022-02-08T15:51:10.164" v="612" actId="478"/>
          <ac:spMkLst>
            <pc:docMk/>
            <pc:sldMk cId="3981840836" sldId="293"/>
            <ac:spMk id="6" creationId="{FCCB11DA-A169-4337-92AD-DC946FC596A1}"/>
          </ac:spMkLst>
        </pc:spChg>
        <pc:spChg chg="add del">
          <ac:chgData name="Huber, Ken" userId="d76d8c79-48fa-4716-b6cf-352d87cfe800" providerId="ADAL" clId="{A5F94F5F-6D27-4B91-9815-6ADEE7448C99}" dt="2022-02-09T14:43:52.162" v="2505" actId="22"/>
          <ac:spMkLst>
            <pc:docMk/>
            <pc:sldMk cId="3981840836" sldId="293"/>
            <ac:spMk id="7" creationId="{A2807C02-8396-4FCD-9E4B-7826F1BADB6F}"/>
          </ac:spMkLst>
        </pc:spChg>
        <pc:spChg chg="add del">
          <ac:chgData name="Huber, Ken" userId="d76d8c79-48fa-4716-b6cf-352d87cfe800" providerId="ADAL" clId="{A5F94F5F-6D27-4B91-9815-6ADEE7448C99}" dt="2022-02-09T14:43:57.393" v="2507" actId="22"/>
          <ac:spMkLst>
            <pc:docMk/>
            <pc:sldMk cId="3981840836" sldId="293"/>
            <ac:spMk id="8" creationId="{D0D7E9CF-A6C2-42BB-BA3D-54F90ACA565B}"/>
          </ac:spMkLst>
        </pc:spChg>
        <pc:spChg chg="add del">
          <ac:chgData name="Huber, Ken" userId="d76d8c79-48fa-4716-b6cf-352d87cfe800" providerId="ADAL" clId="{A5F94F5F-6D27-4B91-9815-6ADEE7448C99}" dt="2022-02-09T14:44:10.453" v="2511" actId="22"/>
          <ac:spMkLst>
            <pc:docMk/>
            <pc:sldMk cId="3981840836" sldId="293"/>
            <ac:spMk id="10" creationId="{80A36DA8-B761-4C98-85A8-23E625B35C43}"/>
          </ac:spMkLst>
        </pc:spChg>
        <pc:spChg chg="add del mod">
          <ac:chgData name="Huber, Ken" userId="d76d8c79-48fa-4716-b6cf-352d87cfe800" providerId="ADAL" clId="{A5F94F5F-6D27-4B91-9815-6ADEE7448C99}" dt="2022-02-09T14:45:44.217" v="2527" actId="478"/>
          <ac:spMkLst>
            <pc:docMk/>
            <pc:sldMk cId="3981840836" sldId="293"/>
            <ac:spMk id="13" creationId="{DED69CB4-F9CA-4691-95D9-19C37F01CE61}"/>
          </ac:spMkLst>
        </pc:spChg>
        <pc:graphicFrameChg chg="add mod modGraphic">
          <ac:chgData name="Huber, Ken" userId="d76d8c79-48fa-4716-b6cf-352d87cfe800" providerId="ADAL" clId="{A5F94F5F-6D27-4B91-9815-6ADEE7448C99}" dt="2022-02-09T15:22:11.183" v="2554" actId="20577"/>
          <ac:graphicFrameMkLst>
            <pc:docMk/>
            <pc:sldMk cId="3981840836" sldId="293"/>
            <ac:graphicFrameMk id="11" creationId="{7F684A36-79BB-4D9E-9732-321996087891}"/>
          </ac:graphicFrameMkLst>
        </pc:graphicFrameChg>
      </pc:sldChg>
      <pc:sldChg chg="modSp mod modNotesTx">
        <pc:chgData name="Huber, Ken" userId="d76d8c79-48fa-4716-b6cf-352d87cfe800" providerId="ADAL" clId="{A5F94F5F-6D27-4B91-9815-6ADEE7448C99}" dt="2022-02-09T18:52:28.496" v="2603" actId="404"/>
        <pc:sldMkLst>
          <pc:docMk/>
          <pc:sldMk cId="1591293997" sldId="294"/>
        </pc:sldMkLst>
        <pc:spChg chg="mod">
          <ac:chgData name="Huber, Ken" userId="d76d8c79-48fa-4716-b6cf-352d87cfe800" providerId="ADAL" clId="{A5F94F5F-6D27-4B91-9815-6ADEE7448C99}" dt="2022-02-09T18:52:28.496" v="2603" actId="404"/>
          <ac:spMkLst>
            <pc:docMk/>
            <pc:sldMk cId="1591293997" sldId="294"/>
            <ac:spMk id="5" creationId="{1BAC737C-9BC6-427E-BCF6-9FA10F79D65C}"/>
          </ac:spMkLst>
        </pc:spChg>
        <pc:graphicFrameChg chg="mod modGraphic">
          <ac:chgData name="Huber, Ken" userId="d76d8c79-48fa-4716-b6cf-352d87cfe800" providerId="ADAL" clId="{A5F94F5F-6D27-4B91-9815-6ADEE7448C99}" dt="2022-02-09T18:51:58.155" v="2571" actId="20577"/>
          <ac:graphicFrameMkLst>
            <pc:docMk/>
            <pc:sldMk cId="1591293997" sldId="294"/>
            <ac:graphicFrameMk id="2" creationId="{FF236072-B383-7242-9CC5-8D5DCA3C7049}"/>
          </ac:graphicFrameMkLst>
        </pc:graphicFrameChg>
      </pc:sldChg>
      <pc:sldChg chg="modSp mod ord">
        <pc:chgData name="Huber, Ken" userId="d76d8c79-48fa-4716-b6cf-352d87cfe800" providerId="ADAL" clId="{A5F94F5F-6D27-4B91-9815-6ADEE7448C99}" dt="2022-02-08T21:01:46.225" v="2119" actId="20577"/>
        <pc:sldMkLst>
          <pc:docMk/>
          <pc:sldMk cId="2633318475" sldId="297"/>
        </pc:sldMkLst>
        <pc:spChg chg="mod">
          <ac:chgData name="Huber, Ken" userId="d76d8c79-48fa-4716-b6cf-352d87cfe800" providerId="ADAL" clId="{A5F94F5F-6D27-4B91-9815-6ADEE7448C99}" dt="2022-02-08T21:01:46.225" v="2119" actId="20577"/>
          <ac:spMkLst>
            <pc:docMk/>
            <pc:sldMk cId="2633318475" sldId="297"/>
            <ac:spMk id="4" creationId="{5E3BA64C-EBF9-4F1E-A921-7A9E27B5A30B}"/>
          </ac:spMkLst>
        </pc:spChg>
      </pc:sldChg>
      <pc:sldChg chg="modSp mod ord">
        <pc:chgData name="Huber, Ken" userId="d76d8c79-48fa-4716-b6cf-352d87cfe800" providerId="ADAL" clId="{A5F94F5F-6D27-4B91-9815-6ADEE7448C99}" dt="2022-02-09T22:29:21.809" v="2637"/>
        <pc:sldMkLst>
          <pc:docMk/>
          <pc:sldMk cId="3730688307" sldId="300"/>
        </pc:sldMkLst>
        <pc:spChg chg="mod">
          <ac:chgData name="Huber, Ken" userId="d76d8c79-48fa-4716-b6cf-352d87cfe800" providerId="ADAL" clId="{A5F94F5F-6D27-4B91-9815-6ADEE7448C99}" dt="2022-02-07T19:40:52.742" v="0" actId="33524"/>
          <ac:spMkLst>
            <pc:docMk/>
            <pc:sldMk cId="3730688307" sldId="300"/>
            <ac:spMk id="5" creationId="{497321AF-344D-434D-88D1-CDAB9ACD0CE5}"/>
          </ac:spMkLst>
        </pc:spChg>
      </pc:sldChg>
      <pc:sldChg chg="modSp mod">
        <pc:chgData name="Huber, Ken" userId="d76d8c79-48fa-4716-b6cf-352d87cfe800" providerId="ADAL" clId="{A5F94F5F-6D27-4B91-9815-6ADEE7448C99}" dt="2022-02-07T20:26:26.928" v="1" actId="33524"/>
        <pc:sldMkLst>
          <pc:docMk/>
          <pc:sldMk cId="324083435" sldId="301"/>
        </pc:sldMkLst>
        <pc:spChg chg="mod">
          <ac:chgData name="Huber, Ken" userId="d76d8c79-48fa-4716-b6cf-352d87cfe800" providerId="ADAL" clId="{A5F94F5F-6D27-4B91-9815-6ADEE7448C99}" dt="2022-02-07T20:26:26.928" v="1" actId="33524"/>
          <ac:spMkLst>
            <pc:docMk/>
            <pc:sldMk cId="324083435" sldId="301"/>
            <ac:spMk id="5" creationId="{497321AF-344D-434D-88D1-CDAB9ACD0CE5}"/>
          </ac:spMkLst>
        </pc:spChg>
      </pc:sldChg>
      <pc:sldChg chg="addSp delSp modSp mod">
        <pc:chgData name="Huber, Ken" userId="d76d8c79-48fa-4716-b6cf-352d87cfe800" providerId="ADAL" clId="{A5F94F5F-6D27-4B91-9815-6ADEE7448C99}" dt="2022-02-09T14:43:27.665" v="2503" actId="14100"/>
        <pc:sldMkLst>
          <pc:docMk/>
          <pc:sldMk cId="2117764178" sldId="302"/>
        </pc:sldMkLst>
        <pc:spChg chg="mod">
          <ac:chgData name="Huber, Ken" userId="d76d8c79-48fa-4716-b6cf-352d87cfe800" providerId="ADAL" clId="{A5F94F5F-6D27-4B91-9815-6ADEE7448C99}" dt="2022-02-08T15:16:18.241" v="29" actId="14100"/>
          <ac:spMkLst>
            <pc:docMk/>
            <pc:sldMk cId="2117764178" sldId="302"/>
            <ac:spMk id="8" creationId="{33CD680C-57C1-45C0-9032-10277E3B7BB5}"/>
          </ac:spMkLst>
        </pc:spChg>
        <pc:spChg chg="mod">
          <ac:chgData name="Huber, Ken" userId="d76d8c79-48fa-4716-b6cf-352d87cfe800" providerId="ADAL" clId="{A5F94F5F-6D27-4B91-9815-6ADEE7448C99}" dt="2022-02-08T15:16:27.541" v="31" actId="14100"/>
          <ac:spMkLst>
            <pc:docMk/>
            <pc:sldMk cId="2117764178" sldId="302"/>
            <ac:spMk id="9" creationId="{77610B59-DEC6-4C5B-990D-44636C2ECE25}"/>
          </ac:spMkLst>
        </pc:spChg>
        <pc:spChg chg="mod">
          <ac:chgData name="Huber, Ken" userId="d76d8c79-48fa-4716-b6cf-352d87cfe800" providerId="ADAL" clId="{A5F94F5F-6D27-4B91-9815-6ADEE7448C99}" dt="2022-02-08T15:16:51.376" v="37" actId="14100"/>
          <ac:spMkLst>
            <pc:docMk/>
            <pc:sldMk cId="2117764178" sldId="302"/>
            <ac:spMk id="10" creationId="{F59F7233-AF9E-4C34-97B1-20AD945A19AE}"/>
          </ac:spMkLst>
        </pc:spChg>
        <pc:spChg chg="add del mod">
          <ac:chgData name="Huber, Ken" userId="d76d8c79-48fa-4716-b6cf-352d87cfe800" providerId="ADAL" clId="{A5F94F5F-6D27-4B91-9815-6ADEE7448C99}" dt="2022-02-09T14:43:02.953" v="2496" actId="478"/>
          <ac:spMkLst>
            <pc:docMk/>
            <pc:sldMk cId="2117764178" sldId="302"/>
            <ac:spMk id="11" creationId="{F5C6C423-9BC3-4066-BA11-C5C519B7DEF9}"/>
          </ac:spMkLst>
        </pc:spChg>
        <pc:graphicFrameChg chg="add mod modGraphic">
          <ac:chgData name="Huber, Ken" userId="d76d8c79-48fa-4716-b6cf-352d87cfe800" providerId="ADAL" clId="{A5F94F5F-6D27-4B91-9815-6ADEE7448C99}" dt="2022-02-09T14:43:27.665" v="2503" actId="14100"/>
          <ac:graphicFrameMkLst>
            <pc:docMk/>
            <pc:sldMk cId="2117764178" sldId="302"/>
            <ac:graphicFrameMk id="12" creationId="{D165057F-2627-42A3-8F07-F6B89E47778C}"/>
          </ac:graphicFrameMkLst>
        </pc:graphicFrameChg>
        <pc:picChg chg="mod">
          <ac:chgData name="Huber, Ken" userId="d76d8c79-48fa-4716-b6cf-352d87cfe800" providerId="ADAL" clId="{A5F94F5F-6D27-4B91-9815-6ADEE7448C99}" dt="2022-02-08T15:15:54.127" v="24" actId="14100"/>
          <ac:picMkLst>
            <pc:docMk/>
            <pc:sldMk cId="2117764178" sldId="302"/>
            <ac:picMk id="3" creationId="{3415A949-4DD6-4699-AC11-D497F1404837}"/>
          </ac:picMkLst>
        </pc:picChg>
      </pc:sldChg>
      <pc:sldChg chg="ord">
        <pc:chgData name="Huber, Ken" userId="d76d8c79-48fa-4716-b6cf-352d87cfe800" providerId="ADAL" clId="{A5F94F5F-6D27-4B91-9815-6ADEE7448C99}" dt="2022-02-09T22:29:56.930" v="2641"/>
        <pc:sldMkLst>
          <pc:docMk/>
          <pc:sldMk cId="3116205976" sldId="305"/>
        </pc:sldMkLst>
      </pc:sldChg>
      <pc:sldChg chg="ord">
        <pc:chgData name="Huber, Ken" userId="d76d8c79-48fa-4716-b6cf-352d87cfe800" providerId="ADAL" clId="{A5F94F5F-6D27-4B91-9815-6ADEE7448C99}" dt="2022-02-09T22:29:42.702" v="2639"/>
        <pc:sldMkLst>
          <pc:docMk/>
          <pc:sldMk cId="3770341012" sldId="308"/>
        </pc:sldMkLst>
      </pc:sldChg>
      <pc:sldChg chg="addSp delSp modSp add mod">
        <pc:chgData name="Huber, Ken" userId="d76d8c79-48fa-4716-b6cf-352d87cfe800" providerId="ADAL" clId="{A5F94F5F-6D27-4B91-9815-6ADEE7448C99}" dt="2022-02-09T22:27:50.171" v="2635" actId="20577"/>
        <pc:sldMkLst>
          <pc:docMk/>
          <pc:sldMk cId="4170281690" sldId="309"/>
        </pc:sldMkLst>
        <pc:spChg chg="add del mod">
          <ac:chgData name="Huber, Ken" userId="d76d8c79-48fa-4716-b6cf-352d87cfe800" providerId="ADAL" clId="{A5F94F5F-6D27-4B91-9815-6ADEE7448C99}" dt="2022-02-08T22:50:58.374" v="2231" actId="478"/>
          <ac:spMkLst>
            <pc:docMk/>
            <pc:sldMk cId="4170281690" sldId="309"/>
            <ac:spMk id="3" creationId="{A088A317-2949-4752-BBF0-DAB1BDAB5BE2}"/>
          </ac:spMkLst>
        </pc:spChg>
        <pc:spChg chg="add del mod">
          <ac:chgData name="Huber, Ken" userId="d76d8c79-48fa-4716-b6cf-352d87cfe800" providerId="ADAL" clId="{A5F94F5F-6D27-4B91-9815-6ADEE7448C99}" dt="2022-02-08T22:53:58.050" v="2295" actId="478"/>
          <ac:spMkLst>
            <pc:docMk/>
            <pc:sldMk cId="4170281690" sldId="309"/>
            <ac:spMk id="4" creationId="{1F5EC4E7-A6F9-6C4D-815F-819FB213E2A6}"/>
          </ac:spMkLst>
        </pc:spChg>
        <pc:spChg chg="del mod">
          <ac:chgData name="Huber, Ken" userId="d76d8c79-48fa-4716-b6cf-352d87cfe800" providerId="ADAL" clId="{A5F94F5F-6D27-4B91-9815-6ADEE7448C99}" dt="2022-02-08T22:50:54.422" v="2230" actId="478"/>
          <ac:spMkLst>
            <pc:docMk/>
            <pc:sldMk cId="4170281690" sldId="309"/>
            <ac:spMk id="5" creationId="{5B57CEFE-91DE-4639-94A4-3F8E676B3F6D}"/>
          </ac:spMkLst>
        </pc:spChg>
        <pc:spChg chg="mod">
          <ac:chgData name="Huber, Ken" userId="d76d8c79-48fa-4716-b6cf-352d87cfe800" providerId="ADAL" clId="{A5F94F5F-6D27-4B91-9815-6ADEE7448C99}" dt="2022-02-08T16:40:23.539" v="918" actId="21"/>
          <ac:spMkLst>
            <pc:docMk/>
            <pc:sldMk cId="4170281690" sldId="309"/>
            <ac:spMk id="6" creationId="{FCCB11DA-A169-4337-92AD-DC946FC596A1}"/>
          </ac:spMkLst>
        </pc:spChg>
        <pc:spChg chg="add del mod">
          <ac:chgData name="Huber, Ken" userId="d76d8c79-48fa-4716-b6cf-352d87cfe800" providerId="ADAL" clId="{A5F94F5F-6D27-4B91-9815-6ADEE7448C99}" dt="2022-02-08T22:53:58.050" v="2295" actId="478"/>
          <ac:spMkLst>
            <pc:docMk/>
            <pc:sldMk cId="4170281690" sldId="309"/>
            <ac:spMk id="9" creationId="{2B0D70D0-2171-45BB-9FF2-D9DB9CA4E950}"/>
          </ac:spMkLst>
        </pc:spChg>
        <pc:graphicFrameChg chg="add mod modGraphic">
          <ac:chgData name="Huber, Ken" userId="d76d8c79-48fa-4716-b6cf-352d87cfe800" providerId="ADAL" clId="{A5F94F5F-6D27-4B91-9815-6ADEE7448C99}" dt="2022-02-09T22:27:50.171" v="2635" actId="20577"/>
          <ac:graphicFrameMkLst>
            <pc:docMk/>
            <pc:sldMk cId="4170281690" sldId="309"/>
            <ac:graphicFrameMk id="7" creationId="{A89D48C2-5ACC-4B26-90F4-6F0C8F32E298}"/>
          </ac:graphicFrameMkLst>
        </pc:graphicFrameChg>
      </pc:sldChg>
      <pc:sldChg chg="addSp delSp modSp new mod ord">
        <pc:chgData name="Huber, Ken" userId="d76d8c79-48fa-4716-b6cf-352d87cfe800" providerId="ADAL" clId="{A5F94F5F-6D27-4B91-9815-6ADEE7448C99}" dt="2022-02-08T22:58:45.769" v="2303"/>
        <pc:sldMkLst>
          <pc:docMk/>
          <pc:sldMk cId="2077090556" sldId="310"/>
        </pc:sldMkLst>
        <pc:spChg chg="mod">
          <ac:chgData name="Huber, Ken" userId="d76d8c79-48fa-4716-b6cf-352d87cfe800" providerId="ADAL" clId="{A5F94F5F-6D27-4B91-9815-6ADEE7448C99}" dt="2022-02-08T16:40:03.529" v="915" actId="20577"/>
          <ac:spMkLst>
            <pc:docMk/>
            <pc:sldMk cId="2077090556" sldId="310"/>
            <ac:spMk id="2" creationId="{C2811AFD-B5C4-4681-896C-4283A63AE239}"/>
          </ac:spMkLst>
        </pc:spChg>
        <pc:spChg chg="del">
          <ac:chgData name="Huber, Ken" userId="d76d8c79-48fa-4716-b6cf-352d87cfe800" providerId="ADAL" clId="{A5F94F5F-6D27-4B91-9815-6ADEE7448C99}" dt="2022-02-08T16:44:29.298" v="920" actId="478"/>
          <ac:spMkLst>
            <pc:docMk/>
            <pc:sldMk cId="2077090556" sldId="310"/>
            <ac:spMk id="3" creationId="{804C1217-D0EC-43E7-917D-8BC96021953E}"/>
          </ac:spMkLst>
        </pc:spChg>
        <pc:spChg chg="add mod">
          <ac:chgData name="Huber, Ken" userId="d76d8c79-48fa-4716-b6cf-352d87cfe800" providerId="ADAL" clId="{A5F94F5F-6D27-4B91-9815-6ADEE7448C99}" dt="2022-02-08T18:10:10.010" v="1254" actId="14100"/>
          <ac:spMkLst>
            <pc:docMk/>
            <pc:sldMk cId="2077090556" sldId="310"/>
            <ac:spMk id="4" creationId="{3E7418C6-AC8C-4180-9A35-7F85CA64F37D}"/>
          </ac:spMkLst>
        </pc:spChg>
        <pc:picChg chg="add mod">
          <ac:chgData name="Huber, Ken" userId="d76d8c79-48fa-4716-b6cf-352d87cfe800" providerId="ADAL" clId="{A5F94F5F-6D27-4B91-9815-6ADEE7448C99}" dt="2022-02-08T18:10:12.517" v="1255" actId="14100"/>
          <ac:picMkLst>
            <pc:docMk/>
            <pc:sldMk cId="2077090556" sldId="310"/>
            <ac:picMk id="1026" creationId="{9BDAF460-81F5-49AE-B681-02E2685836D5}"/>
          </ac:picMkLst>
        </pc:picChg>
      </pc:sldChg>
    </pc:docChg>
  </pc:docChgLst>
  <pc:docChgLst>
    <pc:chgData name="Hunter, Adam" userId="d0cd5811-92b4-4e24-ab8d-34611203c6c6" providerId="ADAL" clId="{5636C0C7-6BD9-194A-837C-37F6CF98C626}"/>
    <pc:docChg chg="undo custSel addSld delSld modSld sldOrd">
      <pc:chgData name="Hunter, Adam" userId="d0cd5811-92b4-4e24-ab8d-34611203c6c6" providerId="ADAL" clId="{5636C0C7-6BD9-194A-837C-37F6CF98C626}" dt="2022-02-09T22:42:34.540" v="11012" actId="20577"/>
      <pc:docMkLst>
        <pc:docMk/>
      </pc:docMkLst>
      <pc:sldChg chg="addSp delSp modSp mod">
        <pc:chgData name="Hunter, Adam" userId="d0cd5811-92b4-4e24-ab8d-34611203c6c6" providerId="ADAL" clId="{5636C0C7-6BD9-194A-837C-37F6CF98C626}" dt="2022-02-07T18:19:45.598" v="5237" actId="20577"/>
        <pc:sldMkLst>
          <pc:docMk/>
          <pc:sldMk cId="2041400116" sldId="291"/>
        </pc:sldMkLst>
        <pc:spChg chg="add del mod">
          <ac:chgData name="Hunter, Adam" userId="d0cd5811-92b4-4e24-ab8d-34611203c6c6" providerId="ADAL" clId="{5636C0C7-6BD9-194A-837C-37F6CF98C626}" dt="2022-02-07T18:03:26.668" v="4454" actId="478"/>
          <ac:spMkLst>
            <pc:docMk/>
            <pc:sldMk cId="2041400116" sldId="291"/>
            <ac:spMk id="2" creationId="{E2946338-49C2-C144-BD37-4B0D717636C1}"/>
          </ac:spMkLst>
        </pc:spChg>
        <pc:spChg chg="add mod">
          <ac:chgData name="Hunter, Adam" userId="d0cd5811-92b4-4e24-ab8d-34611203c6c6" providerId="ADAL" clId="{5636C0C7-6BD9-194A-837C-37F6CF98C626}" dt="2022-02-07T18:19:18.698" v="5223" actId="20577"/>
          <ac:spMkLst>
            <pc:docMk/>
            <pc:sldMk cId="2041400116" sldId="291"/>
            <ac:spMk id="3" creationId="{7BC90C41-13C4-D645-AB59-8995733BE801}"/>
          </ac:spMkLst>
        </pc:spChg>
        <pc:spChg chg="mod">
          <ac:chgData name="Hunter, Adam" userId="d0cd5811-92b4-4e24-ab8d-34611203c6c6" providerId="ADAL" clId="{5636C0C7-6BD9-194A-837C-37F6CF98C626}" dt="2022-02-07T18:12:14.480" v="4931" actId="1076"/>
          <ac:spMkLst>
            <pc:docMk/>
            <pc:sldMk cId="2041400116" sldId="291"/>
            <ac:spMk id="4" creationId="{A589636E-D30D-1741-9D8B-EC1EF7401C2A}"/>
          </ac:spMkLst>
        </pc:spChg>
        <pc:spChg chg="add del mod">
          <ac:chgData name="Hunter, Adam" userId="d0cd5811-92b4-4e24-ab8d-34611203c6c6" providerId="ADAL" clId="{5636C0C7-6BD9-194A-837C-37F6CF98C626}" dt="2022-02-07T18:04:33.350" v="4477" actId="1076"/>
          <ac:spMkLst>
            <pc:docMk/>
            <pc:sldMk cId="2041400116" sldId="291"/>
            <ac:spMk id="5" creationId="{9254793C-5CAF-4577-8E63-2324D192BC1A}"/>
          </ac:spMkLst>
        </pc:spChg>
        <pc:spChg chg="add mod">
          <ac:chgData name="Hunter, Adam" userId="d0cd5811-92b4-4e24-ab8d-34611203c6c6" providerId="ADAL" clId="{5636C0C7-6BD9-194A-837C-37F6CF98C626}" dt="2022-02-07T18:16:01.058" v="5093" actId="20577"/>
          <ac:spMkLst>
            <pc:docMk/>
            <pc:sldMk cId="2041400116" sldId="291"/>
            <ac:spMk id="8" creationId="{D368D17F-D252-3543-8015-A2F3FD36A27A}"/>
          </ac:spMkLst>
        </pc:spChg>
        <pc:spChg chg="add mod">
          <ac:chgData name="Hunter, Adam" userId="d0cd5811-92b4-4e24-ab8d-34611203c6c6" providerId="ADAL" clId="{5636C0C7-6BD9-194A-837C-37F6CF98C626}" dt="2022-02-07T18:18:43.365" v="5188" actId="20577"/>
          <ac:spMkLst>
            <pc:docMk/>
            <pc:sldMk cId="2041400116" sldId="291"/>
            <ac:spMk id="9" creationId="{4CB292CF-7253-4647-AF44-0F81D9B8E0F2}"/>
          </ac:spMkLst>
        </pc:spChg>
        <pc:spChg chg="add mod">
          <ac:chgData name="Hunter, Adam" userId="d0cd5811-92b4-4e24-ab8d-34611203c6c6" providerId="ADAL" clId="{5636C0C7-6BD9-194A-837C-37F6CF98C626}" dt="2022-02-07T18:15:46.028" v="5086" actId="14100"/>
          <ac:spMkLst>
            <pc:docMk/>
            <pc:sldMk cId="2041400116" sldId="291"/>
            <ac:spMk id="10" creationId="{8580AC49-556A-FF41-A654-8BE0F7762928}"/>
          </ac:spMkLst>
        </pc:spChg>
        <pc:spChg chg="add mod">
          <ac:chgData name="Hunter, Adam" userId="d0cd5811-92b4-4e24-ab8d-34611203c6c6" providerId="ADAL" clId="{5636C0C7-6BD9-194A-837C-37F6CF98C626}" dt="2022-02-07T18:19:45.598" v="5237" actId="20577"/>
          <ac:spMkLst>
            <pc:docMk/>
            <pc:sldMk cId="2041400116" sldId="291"/>
            <ac:spMk id="11" creationId="{F6687BAB-DD1A-DF49-94FA-488356D206E1}"/>
          </ac:spMkLst>
        </pc:spChg>
        <pc:spChg chg="add mod">
          <ac:chgData name="Hunter, Adam" userId="d0cd5811-92b4-4e24-ab8d-34611203c6c6" providerId="ADAL" clId="{5636C0C7-6BD9-194A-837C-37F6CF98C626}" dt="2022-02-07T18:12:35.155" v="4966" actId="1037"/>
          <ac:spMkLst>
            <pc:docMk/>
            <pc:sldMk cId="2041400116" sldId="291"/>
            <ac:spMk id="36" creationId="{AD8BD0B0-77B4-BE4B-9A44-35E31BE645BD}"/>
          </ac:spMkLst>
        </pc:spChg>
        <pc:spChg chg="add mod">
          <ac:chgData name="Hunter, Adam" userId="d0cd5811-92b4-4e24-ab8d-34611203c6c6" providerId="ADAL" clId="{5636C0C7-6BD9-194A-837C-37F6CF98C626}" dt="2022-02-07T18:19:09.120" v="5218" actId="14100"/>
          <ac:spMkLst>
            <pc:docMk/>
            <pc:sldMk cId="2041400116" sldId="291"/>
            <ac:spMk id="39" creationId="{F514979E-542D-5B40-835A-9C87AF861099}"/>
          </ac:spMkLst>
        </pc:spChg>
        <pc:spChg chg="add del mod">
          <ac:chgData name="Hunter, Adam" userId="d0cd5811-92b4-4e24-ab8d-34611203c6c6" providerId="ADAL" clId="{5636C0C7-6BD9-194A-837C-37F6CF98C626}" dt="2022-02-07T18:16:12.798" v="5094" actId="478"/>
          <ac:spMkLst>
            <pc:docMk/>
            <pc:sldMk cId="2041400116" sldId="291"/>
            <ac:spMk id="40" creationId="{9D087196-12CF-FA4B-BAEB-D0BF4735EDAD}"/>
          </ac:spMkLst>
        </pc:spChg>
        <pc:spChg chg="add mod">
          <ac:chgData name="Hunter, Adam" userId="d0cd5811-92b4-4e24-ab8d-34611203c6c6" providerId="ADAL" clId="{5636C0C7-6BD9-194A-837C-37F6CF98C626}" dt="2022-02-07T18:17:00.899" v="5154" actId="20577"/>
          <ac:spMkLst>
            <pc:docMk/>
            <pc:sldMk cId="2041400116" sldId="291"/>
            <ac:spMk id="43" creationId="{7E063523-0116-E241-B50E-A492FF130CF5}"/>
          </ac:spMkLst>
        </pc:spChg>
        <pc:picChg chg="add del mod">
          <ac:chgData name="Hunter, Adam" userId="d0cd5811-92b4-4e24-ab8d-34611203c6c6" providerId="ADAL" clId="{5636C0C7-6BD9-194A-837C-37F6CF98C626}" dt="2022-02-07T18:03:39.580" v="4459"/>
          <ac:picMkLst>
            <pc:docMk/>
            <pc:sldMk cId="2041400116" sldId="291"/>
            <ac:picMk id="1026" creationId="{79D1F8D4-6FE2-B243-8EFD-8FF53F77BD90}"/>
          </ac:picMkLst>
        </pc:picChg>
        <pc:picChg chg="add mod">
          <ac:chgData name="Hunter, Adam" userId="d0cd5811-92b4-4e24-ab8d-34611203c6c6" providerId="ADAL" clId="{5636C0C7-6BD9-194A-837C-37F6CF98C626}" dt="2022-02-07T18:11:38.865" v="4900" actId="1036"/>
          <ac:picMkLst>
            <pc:docMk/>
            <pc:sldMk cId="2041400116" sldId="291"/>
            <ac:picMk id="1028" creationId="{D8BEB2E9-31A1-2848-9DAE-071EB4227F7E}"/>
          </ac:picMkLst>
        </pc:picChg>
        <pc:cxnChg chg="add mod">
          <ac:chgData name="Hunter, Adam" userId="d0cd5811-92b4-4e24-ab8d-34611203c6c6" providerId="ADAL" clId="{5636C0C7-6BD9-194A-837C-37F6CF98C626}" dt="2022-02-07T18:13:53.953" v="5041" actId="14100"/>
          <ac:cxnSpMkLst>
            <pc:docMk/>
            <pc:sldMk cId="2041400116" sldId="291"/>
            <ac:cxnSpMk id="7" creationId="{A75FA03C-7B2E-7B4F-95C2-34405CFEFB95}"/>
          </ac:cxnSpMkLst>
        </pc:cxnChg>
        <pc:cxnChg chg="add mod">
          <ac:chgData name="Hunter, Adam" userId="d0cd5811-92b4-4e24-ab8d-34611203c6c6" providerId="ADAL" clId="{5636C0C7-6BD9-194A-837C-37F6CF98C626}" dt="2022-02-07T18:18:34.563" v="5175" actId="14100"/>
          <ac:cxnSpMkLst>
            <pc:docMk/>
            <pc:sldMk cId="2041400116" sldId="291"/>
            <ac:cxnSpMk id="13" creationId="{3539CCF4-1652-7840-B2FA-11ABD7A8115A}"/>
          </ac:cxnSpMkLst>
        </pc:cxnChg>
        <pc:cxnChg chg="add mod">
          <ac:chgData name="Hunter, Adam" userId="d0cd5811-92b4-4e24-ab8d-34611203c6c6" providerId="ADAL" clId="{5636C0C7-6BD9-194A-837C-37F6CF98C626}" dt="2022-02-07T18:18:34.563" v="5175" actId="14100"/>
          <ac:cxnSpMkLst>
            <pc:docMk/>
            <pc:sldMk cId="2041400116" sldId="291"/>
            <ac:cxnSpMk id="15" creationId="{404C8084-5B20-C84A-A632-FE2397176FBB}"/>
          </ac:cxnSpMkLst>
        </pc:cxnChg>
        <pc:cxnChg chg="add mod">
          <ac:chgData name="Hunter, Adam" userId="d0cd5811-92b4-4e24-ab8d-34611203c6c6" providerId="ADAL" clId="{5636C0C7-6BD9-194A-837C-37F6CF98C626}" dt="2022-02-07T18:15:46.028" v="5086" actId="14100"/>
          <ac:cxnSpMkLst>
            <pc:docMk/>
            <pc:sldMk cId="2041400116" sldId="291"/>
            <ac:cxnSpMk id="17" creationId="{15129354-8149-3949-B31D-9299A5D0FE4D}"/>
          </ac:cxnSpMkLst>
        </pc:cxnChg>
        <pc:cxnChg chg="add">
          <ac:chgData name="Hunter, Adam" userId="d0cd5811-92b4-4e24-ab8d-34611203c6c6" providerId="ADAL" clId="{5636C0C7-6BD9-194A-837C-37F6CF98C626}" dt="2022-02-07T18:17:36.548" v="5155" actId="11529"/>
          <ac:cxnSpMkLst>
            <pc:docMk/>
            <pc:sldMk cId="2041400116" sldId="291"/>
            <ac:cxnSpMk id="42" creationId="{6AC011D4-4945-7E4E-A42C-0AC9A449E5E9}"/>
          </ac:cxnSpMkLst>
        </pc:cxnChg>
        <pc:cxnChg chg="add mod">
          <ac:chgData name="Hunter, Adam" userId="d0cd5811-92b4-4e24-ab8d-34611203c6c6" providerId="ADAL" clId="{5636C0C7-6BD9-194A-837C-37F6CF98C626}" dt="2022-02-07T18:18:34.563" v="5175" actId="14100"/>
          <ac:cxnSpMkLst>
            <pc:docMk/>
            <pc:sldMk cId="2041400116" sldId="291"/>
            <ac:cxnSpMk id="45" creationId="{0D1923B0-0FD1-344B-8B26-C26F2F6815B8}"/>
          </ac:cxnSpMkLst>
        </pc:cxnChg>
      </pc:sldChg>
      <pc:sldChg chg="modSp mod">
        <pc:chgData name="Hunter, Adam" userId="d0cd5811-92b4-4e24-ab8d-34611203c6c6" providerId="ADAL" clId="{5636C0C7-6BD9-194A-837C-37F6CF98C626}" dt="2022-02-07T21:12:25.693" v="5469" actId="20577"/>
        <pc:sldMkLst>
          <pc:docMk/>
          <pc:sldMk cId="3981840836" sldId="293"/>
        </pc:sldMkLst>
        <pc:spChg chg="mod">
          <ac:chgData name="Hunter, Adam" userId="d0cd5811-92b4-4e24-ab8d-34611203c6c6" providerId="ADAL" clId="{5636C0C7-6BD9-194A-837C-37F6CF98C626}" dt="2022-02-07T21:12:04.294" v="5398" actId="20577"/>
          <ac:spMkLst>
            <pc:docMk/>
            <pc:sldMk cId="3981840836" sldId="293"/>
            <ac:spMk id="4" creationId="{1F5EC4E7-A6F9-6C4D-815F-819FB213E2A6}"/>
          </ac:spMkLst>
        </pc:spChg>
        <pc:spChg chg="mod">
          <ac:chgData name="Hunter, Adam" userId="d0cd5811-92b4-4e24-ab8d-34611203c6c6" providerId="ADAL" clId="{5636C0C7-6BD9-194A-837C-37F6CF98C626}" dt="2022-02-07T21:12:25.693" v="5469" actId="20577"/>
          <ac:spMkLst>
            <pc:docMk/>
            <pc:sldMk cId="3981840836" sldId="293"/>
            <ac:spMk id="5" creationId="{5B57CEFE-91DE-4639-94A4-3F8E676B3F6D}"/>
          </ac:spMkLst>
        </pc:spChg>
      </pc:sldChg>
      <pc:sldChg chg="addSp modSp mod">
        <pc:chgData name="Hunter, Adam" userId="d0cd5811-92b4-4e24-ab8d-34611203c6c6" providerId="ADAL" clId="{5636C0C7-6BD9-194A-837C-37F6CF98C626}" dt="2022-02-09T22:41:20.652" v="11004" actId="20577"/>
        <pc:sldMkLst>
          <pc:docMk/>
          <pc:sldMk cId="1591293997" sldId="294"/>
        </pc:sldMkLst>
        <pc:spChg chg="mod">
          <ac:chgData name="Hunter, Adam" userId="d0cd5811-92b4-4e24-ab8d-34611203c6c6" providerId="ADAL" clId="{5636C0C7-6BD9-194A-837C-37F6CF98C626}" dt="2022-02-09T22:41:20.652" v="11004" actId="20577"/>
          <ac:spMkLst>
            <pc:docMk/>
            <pc:sldMk cId="1591293997" sldId="294"/>
            <ac:spMk id="5" creationId="{1BAC737C-9BC6-427E-BCF6-9FA10F79D65C}"/>
          </ac:spMkLst>
        </pc:spChg>
        <pc:graphicFrameChg chg="add mod modGraphic">
          <ac:chgData name="Hunter, Adam" userId="d0cd5811-92b4-4e24-ab8d-34611203c6c6" providerId="ADAL" clId="{5636C0C7-6BD9-194A-837C-37F6CF98C626}" dt="2022-02-09T22:06:41.213" v="9207" actId="20577"/>
          <ac:graphicFrameMkLst>
            <pc:docMk/>
            <pc:sldMk cId="1591293997" sldId="294"/>
            <ac:graphicFrameMk id="2" creationId="{FF236072-B383-7242-9CC5-8D5DCA3C7049}"/>
          </ac:graphicFrameMkLst>
        </pc:graphicFrameChg>
      </pc:sldChg>
      <pc:sldChg chg="addSp delSp modSp mod">
        <pc:chgData name="Hunter, Adam" userId="d0cd5811-92b4-4e24-ab8d-34611203c6c6" providerId="ADAL" clId="{5636C0C7-6BD9-194A-837C-37F6CF98C626}" dt="2022-02-09T22:41:46.448" v="11006" actId="20577"/>
        <pc:sldMkLst>
          <pc:docMk/>
          <pc:sldMk cId="1718128540" sldId="295"/>
        </pc:sldMkLst>
        <pc:spChg chg="mod">
          <ac:chgData name="Hunter, Adam" userId="d0cd5811-92b4-4e24-ab8d-34611203c6c6" providerId="ADAL" clId="{5636C0C7-6BD9-194A-837C-37F6CF98C626}" dt="2022-02-09T22:41:46.448" v="11006" actId="20577"/>
          <ac:spMkLst>
            <pc:docMk/>
            <pc:sldMk cId="1718128540" sldId="295"/>
            <ac:spMk id="2" creationId="{FB6DD0FC-856D-4B0C-8899-998831B3793F}"/>
          </ac:spMkLst>
        </pc:spChg>
        <pc:spChg chg="del mod">
          <ac:chgData name="Hunter, Adam" userId="d0cd5811-92b4-4e24-ab8d-34611203c6c6" providerId="ADAL" clId="{5636C0C7-6BD9-194A-837C-37F6CF98C626}" dt="2022-02-08T21:49:41.196" v="6187" actId="478"/>
          <ac:spMkLst>
            <pc:docMk/>
            <pc:sldMk cId="1718128540" sldId="295"/>
            <ac:spMk id="5" creationId="{497321AF-344D-434D-88D1-CDAB9ACD0CE5}"/>
          </ac:spMkLst>
        </pc:spChg>
        <pc:spChg chg="add del mod">
          <ac:chgData name="Hunter, Adam" userId="d0cd5811-92b4-4e24-ab8d-34611203c6c6" providerId="ADAL" clId="{5636C0C7-6BD9-194A-837C-37F6CF98C626}" dt="2022-02-08T21:49:46.051" v="6188" actId="478"/>
          <ac:spMkLst>
            <pc:docMk/>
            <pc:sldMk cId="1718128540" sldId="295"/>
            <ac:spMk id="8" creationId="{CB1D6A49-3CF5-6D4E-B5D1-635FA1F6D8B5}"/>
          </ac:spMkLst>
        </pc:spChg>
        <pc:graphicFrameChg chg="add del">
          <ac:chgData name="Hunter, Adam" userId="d0cd5811-92b4-4e24-ab8d-34611203c6c6" providerId="ADAL" clId="{5636C0C7-6BD9-194A-837C-37F6CF98C626}" dt="2022-02-08T21:39:24.842" v="5707" actId="3680"/>
          <ac:graphicFrameMkLst>
            <pc:docMk/>
            <pc:sldMk cId="1718128540" sldId="295"/>
            <ac:graphicFrameMk id="3" creationId="{7243C324-51D2-3744-93B1-9DD2F3244485}"/>
          </ac:graphicFrameMkLst>
        </pc:graphicFrameChg>
        <pc:graphicFrameChg chg="add mod modGraphic">
          <ac:chgData name="Hunter, Adam" userId="d0cd5811-92b4-4e24-ab8d-34611203c6c6" providerId="ADAL" clId="{5636C0C7-6BD9-194A-837C-37F6CF98C626}" dt="2022-02-08T21:49:53.446" v="6190" actId="1076"/>
          <ac:graphicFrameMkLst>
            <pc:docMk/>
            <pc:sldMk cId="1718128540" sldId="295"/>
            <ac:graphicFrameMk id="4" creationId="{32190AEB-57CE-774F-BEBE-96F9EFF79AE0}"/>
          </ac:graphicFrameMkLst>
        </pc:graphicFrameChg>
        <pc:graphicFrameChg chg="add mod modGraphic">
          <ac:chgData name="Hunter, Adam" userId="d0cd5811-92b4-4e24-ab8d-34611203c6c6" providerId="ADAL" clId="{5636C0C7-6BD9-194A-837C-37F6CF98C626}" dt="2022-02-09T22:03:43.608" v="8804" actId="20577"/>
          <ac:graphicFrameMkLst>
            <pc:docMk/>
            <pc:sldMk cId="1718128540" sldId="295"/>
            <ac:graphicFrameMk id="6" creationId="{4933C5C3-5AF8-E949-A384-522CC2E5C495}"/>
          </ac:graphicFrameMkLst>
        </pc:graphicFrameChg>
      </pc:sldChg>
      <pc:sldChg chg="addSp delSp modSp mod ord">
        <pc:chgData name="Hunter, Adam" userId="d0cd5811-92b4-4e24-ab8d-34611203c6c6" providerId="ADAL" clId="{5636C0C7-6BD9-194A-837C-37F6CF98C626}" dt="2022-02-09T22:40:51.294" v="11001" actId="20577"/>
        <pc:sldMkLst>
          <pc:docMk/>
          <pc:sldMk cId="2275384751" sldId="299"/>
        </pc:sldMkLst>
        <pc:spChg chg="mod">
          <ac:chgData name="Hunter, Adam" userId="d0cd5811-92b4-4e24-ab8d-34611203c6c6" providerId="ADAL" clId="{5636C0C7-6BD9-194A-837C-37F6CF98C626}" dt="2022-02-09T22:40:51.294" v="11001" actId="20577"/>
          <ac:spMkLst>
            <pc:docMk/>
            <pc:sldMk cId="2275384751" sldId="299"/>
            <ac:spMk id="2" creationId="{FB6DD0FC-856D-4B0C-8899-998831B3793F}"/>
          </ac:spMkLst>
        </pc:spChg>
        <pc:spChg chg="del mod">
          <ac:chgData name="Hunter, Adam" userId="d0cd5811-92b4-4e24-ab8d-34611203c6c6" providerId="ADAL" clId="{5636C0C7-6BD9-194A-837C-37F6CF98C626}" dt="2022-02-08T22:11:14.256" v="6300" actId="478"/>
          <ac:spMkLst>
            <pc:docMk/>
            <pc:sldMk cId="2275384751" sldId="299"/>
            <ac:spMk id="5" creationId="{497321AF-344D-434D-88D1-CDAB9ACD0CE5}"/>
          </ac:spMkLst>
        </pc:spChg>
        <pc:spChg chg="add del mod">
          <ac:chgData name="Hunter, Adam" userId="d0cd5811-92b4-4e24-ab8d-34611203c6c6" providerId="ADAL" clId="{5636C0C7-6BD9-194A-837C-37F6CF98C626}" dt="2022-02-08T22:11:17.858" v="6301" actId="478"/>
          <ac:spMkLst>
            <pc:docMk/>
            <pc:sldMk cId="2275384751" sldId="299"/>
            <ac:spMk id="7" creationId="{99CCC946-18AC-F14E-93A7-0936486FEF83}"/>
          </ac:spMkLst>
        </pc:spChg>
        <pc:graphicFrameChg chg="add mod modGraphic">
          <ac:chgData name="Hunter, Adam" userId="d0cd5811-92b4-4e24-ab8d-34611203c6c6" providerId="ADAL" clId="{5636C0C7-6BD9-194A-837C-37F6CF98C626}" dt="2022-02-08T22:11:36.656" v="6302" actId="1076"/>
          <ac:graphicFrameMkLst>
            <pc:docMk/>
            <pc:sldMk cId="2275384751" sldId="299"/>
            <ac:graphicFrameMk id="4" creationId="{DD449D52-7A00-834B-A464-47FA99B593AD}"/>
          </ac:graphicFrameMkLst>
        </pc:graphicFrameChg>
        <pc:graphicFrameChg chg="add mod modGraphic">
          <ac:chgData name="Hunter, Adam" userId="d0cd5811-92b4-4e24-ab8d-34611203c6c6" providerId="ADAL" clId="{5636C0C7-6BD9-194A-837C-37F6CF98C626}" dt="2022-02-09T22:05:52.416" v="9075" actId="20577"/>
          <ac:graphicFrameMkLst>
            <pc:docMk/>
            <pc:sldMk cId="2275384751" sldId="299"/>
            <ac:graphicFrameMk id="6" creationId="{78F8DBAE-E45A-DA41-8324-72D2366DA4A8}"/>
          </ac:graphicFrameMkLst>
        </pc:graphicFrameChg>
      </pc:sldChg>
      <pc:sldChg chg="addSp delSp modSp mod">
        <pc:chgData name="Hunter, Adam" userId="d0cd5811-92b4-4e24-ab8d-34611203c6c6" providerId="ADAL" clId="{5636C0C7-6BD9-194A-837C-37F6CF98C626}" dt="2022-02-09T22:31:10.982" v="10989" actId="20577"/>
        <pc:sldMkLst>
          <pc:docMk/>
          <pc:sldMk cId="3730688307" sldId="300"/>
        </pc:sldMkLst>
        <pc:spChg chg="mod">
          <ac:chgData name="Hunter, Adam" userId="d0cd5811-92b4-4e24-ab8d-34611203c6c6" providerId="ADAL" clId="{5636C0C7-6BD9-194A-837C-37F6CF98C626}" dt="2022-02-09T22:31:10.982" v="10989" actId="20577"/>
          <ac:spMkLst>
            <pc:docMk/>
            <pc:sldMk cId="3730688307" sldId="300"/>
            <ac:spMk id="2" creationId="{FB6DD0FC-856D-4B0C-8899-998831B3793F}"/>
          </ac:spMkLst>
        </pc:spChg>
        <pc:spChg chg="del mod">
          <ac:chgData name="Hunter, Adam" userId="d0cd5811-92b4-4e24-ab8d-34611203c6c6" providerId="ADAL" clId="{5636C0C7-6BD9-194A-837C-37F6CF98C626}" dt="2022-02-08T22:20:48.672" v="6680" actId="478"/>
          <ac:spMkLst>
            <pc:docMk/>
            <pc:sldMk cId="3730688307" sldId="300"/>
            <ac:spMk id="5" creationId="{497321AF-344D-434D-88D1-CDAB9ACD0CE5}"/>
          </ac:spMkLst>
        </pc:spChg>
        <pc:spChg chg="add del mod">
          <ac:chgData name="Hunter, Adam" userId="d0cd5811-92b4-4e24-ab8d-34611203c6c6" providerId="ADAL" clId="{5636C0C7-6BD9-194A-837C-37F6CF98C626}" dt="2022-02-08T22:20:51.571" v="6681" actId="478"/>
          <ac:spMkLst>
            <pc:docMk/>
            <pc:sldMk cId="3730688307" sldId="300"/>
            <ac:spMk id="7" creationId="{A7CA9351-87D8-2345-8555-48AB2F5FB166}"/>
          </ac:spMkLst>
        </pc:spChg>
        <pc:graphicFrameChg chg="add mod modGraphic">
          <ac:chgData name="Hunter, Adam" userId="d0cd5811-92b4-4e24-ab8d-34611203c6c6" providerId="ADAL" clId="{5636C0C7-6BD9-194A-837C-37F6CF98C626}" dt="2022-02-09T22:10:43.102" v="9771" actId="20577"/>
          <ac:graphicFrameMkLst>
            <pc:docMk/>
            <pc:sldMk cId="3730688307" sldId="300"/>
            <ac:graphicFrameMk id="4" creationId="{E8FA74EF-F123-B542-869D-169F89D07A0B}"/>
          </ac:graphicFrameMkLst>
        </pc:graphicFrameChg>
        <pc:graphicFrameChg chg="add mod modGraphic">
          <ac:chgData name="Hunter, Adam" userId="d0cd5811-92b4-4e24-ab8d-34611203c6c6" providerId="ADAL" clId="{5636C0C7-6BD9-194A-837C-37F6CF98C626}" dt="2022-02-09T22:11:13.762" v="9773" actId="1076"/>
          <ac:graphicFrameMkLst>
            <pc:docMk/>
            <pc:sldMk cId="3730688307" sldId="300"/>
            <ac:graphicFrameMk id="6" creationId="{9413C013-B8BD-2647-AF31-E267FE0BF9C4}"/>
          </ac:graphicFrameMkLst>
        </pc:graphicFrameChg>
      </pc:sldChg>
      <pc:sldChg chg="addSp delSp modSp mod">
        <pc:chgData name="Hunter, Adam" userId="d0cd5811-92b4-4e24-ab8d-34611203c6c6" providerId="ADAL" clId="{5636C0C7-6BD9-194A-837C-37F6CF98C626}" dt="2022-02-09T22:42:34.540" v="11012" actId="20577"/>
        <pc:sldMkLst>
          <pc:docMk/>
          <pc:sldMk cId="324083435" sldId="301"/>
        </pc:sldMkLst>
        <pc:spChg chg="mod">
          <ac:chgData name="Hunter, Adam" userId="d0cd5811-92b4-4e24-ab8d-34611203c6c6" providerId="ADAL" clId="{5636C0C7-6BD9-194A-837C-37F6CF98C626}" dt="2022-02-09T22:42:34.540" v="11012" actId="20577"/>
          <ac:spMkLst>
            <pc:docMk/>
            <pc:sldMk cId="324083435" sldId="301"/>
            <ac:spMk id="2" creationId="{FB6DD0FC-856D-4B0C-8899-998831B3793F}"/>
          </ac:spMkLst>
        </pc:spChg>
        <pc:spChg chg="del mod">
          <ac:chgData name="Hunter, Adam" userId="d0cd5811-92b4-4e24-ab8d-34611203c6c6" providerId="ADAL" clId="{5636C0C7-6BD9-194A-837C-37F6CF98C626}" dt="2022-02-08T23:06:47.259" v="7280" actId="478"/>
          <ac:spMkLst>
            <pc:docMk/>
            <pc:sldMk cId="324083435" sldId="301"/>
            <ac:spMk id="5" creationId="{497321AF-344D-434D-88D1-CDAB9ACD0CE5}"/>
          </ac:spMkLst>
        </pc:spChg>
        <pc:spChg chg="add del mod">
          <ac:chgData name="Hunter, Adam" userId="d0cd5811-92b4-4e24-ab8d-34611203c6c6" providerId="ADAL" clId="{5636C0C7-6BD9-194A-837C-37F6CF98C626}" dt="2022-02-08T23:06:49.409" v="7281" actId="478"/>
          <ac:spMkLst>
            <pc:docMk/>
            <pc:sldMk cId="324083435" sldId="301"/>
            <ac:spMk id="7" creationId="{E74D9D93-00DE-F04C-AA06-984BC5A27D41}"/>
          </ac:spMkLst>
        </pc:spChg>
        <pc:graphicFrameChg chg="add mod modGraphic">
          <ac:chgData name="Hunter, Adam" userId="d0cd5811-92b4-4e24-ab8d-34611203c6c6" providerId="ADAL" clId="{5636C0C7-6BD9-194A-837C-37F6CF98C626}" dt="2022-02-08T23:06:56.109" v="7283" actId="1076"/>
          <ac:graphicFrameMkLst>
            <pc:docMk/>
            <pc:sldMk cId="324083435" sldId="301"/>
            <ac:graphicFrameMk id="4" creationId="{BF625183-A405-9D45-BCBE-5F85B878AFF8}"/>
          </ac:graphicFrameMkLst>
        </pc:graphicFrameChg>
        <pc:graphicFrameChg chg="add mod modGraphic">
          <ac:chgData name="Hunter, Adam" userId="d0cd5811-92b4-4e24-ab8d-34611203c6c6" providerId="ADAL" clId="{5636C0C7-6BD9-194A-837C-37F6CF98C626}" dt="2022-02-09T22:11:56.668" v="9861" actId="20577"/>
          <ac:graphicFrameMkLst>
            <pc:docMk/>
            <pc:sldMk cId="324083435" sldId="301"/>
            <ac:graphicFrameMk id="6" creationId="{A9BD1A97-BDF6-7247-B94D-07FCAC3928C1}"/>
          </ac:graphicFrameMkLst>
        </pc:graphicFrameChg>
      </pc:sldChg>
      <pc:sldChg chg="addSp delSp modSp add mod ord">
        <pc:chgData name="Hunter, Adam" userId="d0cd5811-92b4-4e24-ab8d-34611203c6c6" providerId="ADAL" clId="{5636C0C7-6BD9-194A-837C-37F6CF98C626}" dt="2022-02-09T22:41:50.895" v="11007" actId="20577"/>
        <pc:sldMkLst>
          <pc:docMk/>
          <pc:sldMk cId="1018133548" sldId="303"/>
        </pc:sldMkLst>
        <pc:spChg chg="mod">
          <ac:chgData name="Hunter, Adam" userId="d0cd5811-92b4-4e24-ab8d-34611203c6c6" providerId="ADAL" clId="{5636C0C7-6BD9-194A-837C-37F6CF98C626}" dt="2022-02-09T22:41:50.895" v="11007" actId="20577"/>
          <ac:spMkLst>
            <pc:docMk/>
            <pc:sldMk cId="1018133548" sldId="303"/>
            <ac:spMk id="2" creationId="{FB6DD0FC-856D-4B0C-8899-998831B3793F}"/>
          </ac:spMkLst>
        </pc:spChg>
        <pc:spChg chg="del mod">
          <ac:chgData name="Hunter, Adam" userId="d0cd5811-92b4-4e24-ab8d-34611203c6c6" providerId="ADAL" clId="{5636C0C7-6BD9-194A-837C-37F6CF98C626}" dt="2022-02-08T23:12:29.068" v="7833" actId="478"/>
          <ac:spMkLst>
            <pc:docMk/>
            <pc:sldMk cId="1018133548" sldId="303"/>
            <ac:spMk id="5" creationId="{497321AF-344D-434D-88D1-CDAB9ACD0CE5}"/>
          </ac:spMkLst>
        </pc:spChg>
        <pc:spChg chg="add del mod">
          <ac:chgData name="Hunter, Adam" userId="d0cd5811-92b4-4e24-ab8d-34611203c6c6" providerId="ADAL" clId="{5636C0C7-6BD9-194A-837C-37F6CF98C626}" dt="2022-02-08T23:12:31.527" v="7834" actId="478"/>
          <ac:spMkLst>
            <pc:docMk/>
            <pc:sldMk cId="1018133548" sldId="303"/>
            <ac:spMk id="7" creationId="{9BB23153-1825-6340-97E8-6A4F5DF925FD}"/>
          </ac:spMkLst>
        </pc:spChg>
        <pc:graphicFrameChg chg="add mod modGraphic">
          <ac:chgData name="Hunter, Adam" userId="d0cd5811-92b4-4e24-ab8d-34611203c6c6" providerId="ADAL" clId="{5636C0C7-6BD9-194A-837C-37F6CF98C626}" dt="2022-02-08T23:14:15.269" v="7860" actId="14100"/>
          <ac:graphicFrameMkLst>
            <pc:docMk/>
            <pc:sldMk cId="1018133548" sldId="303"/>
            <ac:graphicFrameMk id="4" creationId="{27A4022B-D708-6A4F-96AE-968804E9F37D}"/>
          </ac:graphicFrameMkLst>
        </pc:graphicFrameChg>
        <pc:graphicFrameChg chg="add mod modGraphic">
          <ac:chgData name="Hunter, Adam" userId="d0cd5811-92b4-4e24-ab8d-34611203c6c6" providerId="ADAL" clId="{5636C0C7-6BD9-194A-837C-37F6CF98C626}" dt="2022-02-09T22:13:14.834" v="10060" actId="20577"/>
          <ac:graphicFrameMkLst>
            <pc:docMk/>
            <pc:sldMk cId="1018133548" sldId="303"/>
            <ac:graphicFrameMk id="6" creationId="{EDCBD102-406A-DF41-9BEC-A77B98481A68}"/>
          </ac:graphicFrameMkLst>
        </pc:graphicFrameChg>
      </pc:sldChg>
      <pc:sldChg chg="modSp add del">
        <pc:chgData name="Hunter, Adam" userId="d0cd5811-92b4-4e24-ab8d-34611203c6c6" providerId="ADAL" clId="{5636C0C7-6BD9-194A-837C-37F6CF98C626}" dt="2022-02-04T22:30:54.361" v="818" actId="2696"/>
        <pc:sldMkLst>
          <pc:docMk/>
          <pc:sldMk cId="813847523" sldId="304"/>
        </pc:sldMkLst>
        <pc:spChg chg="mod">
          <ac:chgData name="Hunter, Adam" userId="d0cd5811-92b4-4e24-ab8d-34611203c6c6" providerId="ADAL" clId="{5636C0C7-6BD9-194A-837C-37F6CF98C626}" dt="2022-02-04T22:30:09.161" v="814"/>
          <ac:spMkLst>
            <pc:docMk/>
            <pc:sldMk cId="813847523" sldId="304"/>
            <ac:spMk id="2" creationId="{FB6DD0FC-856D-4B0C-8899-998831B3793F}"/>
          </ac:spMkLst>
        </pc:spChg>
      </pc:sldChg>
      <pc:sldChg chg="addSp delSp modSp add mod">
        <pc:chgData name="Hunter, Adam" userId="d0cd5811-92b4-4e24-ab8d-34611203c6c6" providerId="ADAL" clId="{5636C0C7-6BD9-194A-837C-37F6CF98C626}" dt="2022-02-09T22:41:01.845" v="11003" actId="20577"/>
        <pc:sldMkLst>
          <pc:docMk/>
          <pc:sldMk cId="3116205976" sldId="305"/>
        </pc:sldMkLst>
        <pc:spChg chg="mod">
          <ac:chgData name="Hunter, Adam" userId="d0cd5811-92b4-4e24-ab8d-34611203c6c6" providerId="ADAL" clId="{5636C0C7-6BD9-194A-837C-37F6CF98C626}" dt="2022-02-09T22:41:01.845" v="11003" actId="20577"/>
          <ac:spMkLst>
            <pc:docMk/>
            <pc:sldMk cId="3116205976" sldId="305"/>
            <ac:spMk id="2" creationId="{FB6DD0FC-856D-4B0C-8899-998831B3793F}"/>
          </ac:spMkLst>
        </pc:spChg>
        <pc:spChg chg="del mod">
          <ac:chgData name="Hunter, Adam" userId="d0cd5811-92b4-4e24-ab8d-34611203c6c6" providerId="ADAL" clId="{5636C0C7-6BD9-194A-837C-37F6CF98C626}" dt="2022-02-08T23:23:40.161" v="8004" actId="478"/>
          <ac:spMkLst>
            <pc:docMk/>
            <pc:sldMk cId="3116205976" sldId="305"/>
            <ac:spMk id="5" creationId="{497321AF-344D-434D-88D1-CDAB9ACD0CE5}"/>
          </ac:spMkLst>
        </pc:spChg>
        <pc:spChg chg="add del mod">
          <ac:chgData name="Hunter, Adam" userId="d0cd5811-92b4-4e24-ab8d-34611203c6c6" providerId="ADAL" clId="{5636C0C7-6BD9-194A-837C-37F6CF98C626}" dt="2022-02-08T23:23:42.822" v="8005" actId="478"/>
          <ac:spMkLst>
            <pc:docMk/>
            <pc:sldMk cId="3116205976" sldId="305"/>
            <ac:spMk id="7" creationId="{E4095333-05CE-8D44-942B-A2EB5117EDC9}"/>
          </ac:spMkLst>
        </pc:spChg>
        <pc:graphicFrameChg chg="add mod modGraphic">
          <ac:chgData name="Hunter, Adam" userId="d0cd5811-92b4-4e24-ab8d-34611203c6c6" providerId="ADAL" clId="{5636C0C7-6BD9-194A-837C-37F6CF98C626}" dt="2022-02-08T23:23:50.511" v="8007" actId="14100"/>
          <ac:graphicFrameMkLst>
            <pc:docMk/>
            <pc:sldMk cId="3116205976" sldId="305"/>
            <ac:graphicFrameMk id="4" creationId="{C8C8E7C4-7AEA-544C-9737-06090FAD24AD}"/>
          </ac:graphicFrameMkLst>
        </pc:graphicFrameChg>
        <pc:graphicFrameChg chg="add mod modGraphic">
          <ac:chgData name="Hunter, Adam" userId="d0cd5811-92b4-4e24-ab8d-34611203c6c6" providerId="ADAL" clId="{5636C0C7-6BD9-194A-837C-37F6CF98C626}" dt="2022-02-09T22:13:35.267" v="10061" actId="20577"/>
          <ac:graphicFrameMkLst>
            <pc:docMk/>
            <pc:sldMk cId="3116205976" sldId="305"/>
            <ac:graphicFrameMk id="6" creationId="{F427D71F-ECD4-2F4D-ACDC-D28F4BB276FA}"/>
          </ac:graphicFrameMkLst>
        </pc:graphicFrameChg>
      </pc:sldChg>
      <pc:sldChg chg="addSp delSp modSp add mod ord">
        <pc:chgData name="Hunter, Adam" userId="d0cd5811-92b4-4e24-ab8d-34611203c6c6" providerId="ADAL" clId="{5636C0C7-6BD9-194A-837C-37F6CF98C626}" dt="2022-02-09T22:42:27.190" v="11010" actId="20577"/>
        <pc:sldMkLst>
          <pc:docMk/>
          <pc:sldMk cId="3965391050" sldId="306"/>
        </pc:sldMkLst>
        <pc:spChg chg="mod">
          <ac:chgData name="Hunter, Adam" userId="d0cd5811-92b4-4e24-ab8d-34611203c6c6" providerId="ADAL" clId="{5636C0C7-6BD9-194A-837C-37F6CF98C626}" dt="2022-02-09T22:42:27.190" v="11010" actId="20577"/>
          <ac:spMkLst>
            <pc:docMk/>
            <pc:sldMk cId="3965391050" sldId="306"/>
            <ac:spMk id="2" creationId="{FB6DD0FC-856D-4B0C-8899-998831B3793F}"/>
          </ac:spMkLst>
        </pc:spChg>
        <pc:spChg chg="del mod">
          <ac:chgData name="Hunter, Adam" userId="d0cd5811-92b4-4e24-ab8d-34611203c6c6" providerId="ADAL" clId="{5636C0C7-6BD9-194A-837C-37F6CF98C626}" dt="2022-02-08T23:32:09.922" v="8367" actId="478"/>
          <ac:spMkLst>
            <pc:docMk/>
            <pc:sldMk cId="3965391050" sldId="306"/>
            <ac:spMk id="5" creationId="{497321AF-344D-434D-88D1-CDAB9ACD0CE5}"/>
          </ac:spMkLst>
        </pc:spChg>
        <pc:spChg chg="add del mod">
          <ac:chgData name="Hunter, Adam" userId="d0cd5811-92b4-4e24-ab8d-34611203c6c6" providerId="ADAL" clId="{5636C0C7-6BD9-194A-837C-37F6CF98C626}" dt="2022-02-08T23:32:17.331" v="8368" actId="478"/>
          <ac:spMkLst>
            <pc:docMk/>
            <pc:sldMk cId="3965391050" sldId="306"/>
            <ac:spMk id="7" creationId="{6544035A-18B2-DF4F-9ABD-D52C451A3F9F}"/>
          </ac:spMkLst>
        </pc:spChg>
        <pc:graphicFrameChg chg="add mod modGraphic">
          <ac:chgData name="Hunter, Adam" userId="d0cd5811-92b4-4e24-ab8d-34611203c6c6" providerId="ADAL" clId="{5636C0C7-6BD9-194A-837C-37F6CF98C626}" dt="2022-02-08T23:32:29.726" v="8369" actId="1076"/>
          <ac:graphicFrameMkLst>
            <pc:docMk/>
            <pc:sldMk cId="3965391050" sldId="306"/>
            <ac:graphicFrameMk id="4" creationId="{2FC91890-C010-364D-9ACD-11B241FB5478}"/>
          </ac:graphicFrameMkLst>
        </pc:graphicFrameChg>
        <pc:graphicFrameChg chg="add mod modGraphic">
          <ac:chgData name="Hunter, Adam" userId="d0cd5811-92b4-4e24-ab8d-34611203c6c6" providerId="ADAL" clId="{5636C0C7-6BD9-194A-837C-37F6CF98C626}" dt="2022-02-09T22:17:07.621" v="10558" actId="20577"/>
          <ac:graphicFrameMkLst>
            <pc:docMk/>
            <pc:sldMk cId="3965391050" sldId="306"/>
            <ac:graphicFrameMk id="6" creationId="{6AD6FF29-ED1B-334B-93DB-5B52803DB111}"/>
          </ac:graphicFrameMkLst>
        </pc:graphicFrameChg>
      </pc:sldChg>
      <pc:sldChg chg="addSp delSp modSp add mod ord">
        <pc:chgData name="Hunter, Adam" userId="d0cd5811-92b4-4e24-ab8d-34611203c6c6" providerId="ADAL" clId="{5636C0C7-6BD9-194A-837C-37F6CF98C626}" dt="2022-02-09T22:42:30.640" v="11011" actId="20577"/>
        <pc:sldMkLst>
          <pc:docMk/>
          <pc:sldMk cId="2155971217" sldId="307"/>
        </pc:sldMkLst>
        <pc:spChg chg="mod">
          <ac:chgData name="Hunter, Adam" userId="d0cd5811-92b4-4e24-ab8d-34611203c6c6" providerId="ADAL" clId="{5636C0C7-6BD9-194A-837C-37F6CF98C626}" dt="2022-02-09T22:42:30.640" v="11011" actId="20577"/>
          <ac:spMkLst>
            <pc:docMk/>
            <pc:sldMk cId="2155971217" sldId="307"/>
            <ac:spMk id="2" creationId="{FB6DD0FC-856D-4B0C-8899-998831B3793F}"/>
          </ac:spMkLst>
        </pc:spChg>
        <pc:spChg chg="del mod">
          <ac:chgData name="Hunter, Adam" userId="d0cd5811-92b4-4e24-ab8d-34611203c6c6" providerId="ADAL" clId="{5636C0C7-6BD9-194A-837C-37F6CF98C626}" dt="2022-02-08T23:45:20.521" v="8480" actId="478"/>
          <ac:spMkLst>
            <pc:docMk/>
            <pc:sldMk cId="2155971217" sldId="307"/>
            <ac:spMk id="5" creationId="{497321AF-344D-434D-88D1-CDAB9ACD0CE5}"/>
          </ac:spMkLst>
        </pc:spChg>
        <pc:spChg chg="add del mod">
          <ac:chgData name="Hunter, Adam" userId="d0cd5811-92b4-4e24-ab8d-34611203c6c6" providerId="ADAL" clId="{5636C0C7-6BD9-194A-837C-37F6CF98C626}" dt="2022-02-08T23:45:24.733" v="8481" actId="478"/>
          <ac:spMkLst>
            <pc:docMk/>
            <pc:sldMk cId="2155971217" sldId="307"/>
            <ac:spMk id="7" creationId="{680B14DC-F684-1E41-8B11-65280614C4D8}"/>
          </ac:spMkLst>
        </pc:spChg>
        <pc:graphicFrameChg chg="add mod modGraphic">
          <ac:chgData name="Hunter, Adam" userId="d0cd5811-92b4-4e24-ab8d-34611203c6c6" providerId="ADAL" clId="{5636C0C7-6BD9-194A-837C-37F6CF98C626}" dt="2022-02-08T23:45:32.871" v="8482" actId="1076"/>
          <ac:graphicFrameMkLst>
            <pc:docMk/>
            <pc:sldMk cId="2155971217" sldId="307"/>
            <ac:graphicFrameMk id="4" creationId="{8567C972-1836-914C-AA73-66D4146E71BB}"/>
          </ac:graphicFrameMkLst>
        </pc:graphicFrameChg>
        <pc:graphicFrameChg chg="add mod modGraphic">
          <ac:chgData name="Hunter, Adam" userId="d0cd5811-92b4-4e24-ab8d-34611203c6c6" providerId="ADAL" clId="{5636C0C7-6BD9-194A-837C-37F6CF98C626}" dt="2022-02-09T22:18:16.590" v="10769" actId="20577"/>
          <ac:graphicFrameMkLst>
            <pc:docMk/>
            <pc:sldMk cId="2155971217" sldId="307"/>
            <ac:graphicFrameMk id="6" creationId="{34FE89B4-7382-0C4C-AD06-E3FFFBD5DBC7}"/>
          </ac:graphicFrameMkLst>
        </pc:graphicFrameChg>
      </pc:sldChg>
      <pc:sldChg chg="addSp delSp modSp add mod">
        <pc:chgData name="Hunter, Adam" userId="d0cd5811-92b4-4e24-ab8d-34611203c6c6" providerId="ADAL" clId="{5636C0C7-6BD9-194A-837C-37F6CF98C626}" dt="2022-02-09T22:40:55.794" v="11002" actId="20577"/>
        <pc:sldMkLst>
          <pc:docMk/>
          <pc:sldMk cId="3770341012" sldId="308"/>
        </pc:sldMkLst>
        <pc:spChg chg="mod">
          <ac:chgData name="Hunter, Adam" userId="d0cd5811-92b4-4e24-ab8d-34611203c6c6" providerId="ADAL" clId="{5636C0C7-6BD9-194A-837C-37F6CF98C626}" dt="2022-02-09T22:40:55.794" v="11002" actId="20577"/>
          <ac:spMkLst>
            <pc:docMk/>
            <pc:sldMk cId="3770341012" sldId="308"/>
            <ac:spMk id="2" creationId="{FB6DD0FC-856D-4B0C-8899-998831B3793F}"/>
          </ac:spMkLst>
        </pc:spChg>
        <pc:spChg chg="del mod">
          <ac:chgData name="Hunter, Adam" userId="d0cd5811-92b4-4e24-ab8d-34611203c6c6" providerId="ADAL" clId="{5636C0C7-6BD9-194A-837C-37F6CF98C626}" dt="2022-02-08T23:49:02.681" v="8641" actId="478"/>
          <ac:spMkLst>
            <pc:docMk/>
            <pc:sldMk cId="3770341012" sldId="308"/>
            <ac:spMk id="5" creationId="{497321AF-344D-434D-88D1-CDAB9ACD0CE5}"/>
          </ac:spMkLst>
        </pc:spChg>
        <pc:spChg chg="add del mod">
          <ac:chgData name="Hunter, Adam" userId="d0cd5811-92b4-4e24-ab8d-34611203c6c6" providerId="ADAL" clId="{5636C0C7-6BD9-194A-837C-37F6CF98C626}" dt="2022-02-08T23:49:05.285" v="8642" actId="478"/>
          <ac:spMkLst>
            <pc:docMk/>
            <pc:sldMk cId="3770341012" sldId="308"/>
            <ac:spMk id="7" creationId="{C2AA6846-0F60-CA44-B874-541D941C2835}"/>
          </ac:spMkLst>
        </pc:spChg>
        <pc:graphicFrameChg chg="add mod modGraphic">
          <ac:chgData name="Hunter, Adam" userId="d0cd5811-92b4-4e24-ab8d-34611203c6c6" providerId="ADAL" clId="{5636C0C7-6BD9-194A-837C-37F6CF98C626}" dt="2022-02-08T23:51:01.716" v="8663" actId="20577"/>
          <ac:graphicFrameMkLst>
            <pc:docMk/>
            <pc:sldMk cId="3770341012" sldId="308"/>
            <ac:graphicFrameMk id="4" creationId="{8F63BE58-8FC4-164C-BDEF-72464C3B88C3}"/>
          </ac:graphicFrameMkLst>
        </pc:graphicFrameChg>
        <pc:graphicFrameChg chg="add mod modGraphic">
          <ac:chgData name="Hunter, Adam" userId="d0cd5811-92b4-4e24-ab8d-34611203c6c6" providerId="ADAL" clId="{5636C0C7-6BD9-194A-837C-37F6CF98C626}" dt="2022-02-09T22:19:52.462" v="10988" actId="20577"/>
          <ac:graphicFrameMkLst>
            <pc:docMk/>
            <pc:sldMk cId="3770341012" sldId="308"/>
            <ac:graphicFrameMk id="6" creationId="{0FE58C95-457A-6C49-ADBB-F9680B002EAF}"/>
          </ac:graphicFrameMkLst>
        </pc:graphicFrameChg>
      </pc:sldChg>
      <pc:sldChg chg="addSp delSp modSp add mod">
        <pc:chgData name="Hunter, Adam" userId="d0cd5811-92b4-4e24-ab8d-34611203c6c6" providerId="ADAL" clId="{5636C0C7-6BD9-194A-837C-37F6CF98C626}" dt="2022-02-09T22:16:19.439" v="10442" actId="20577"/>
        <pc:sldMkLst>
          <pc:docMk/>
          <pc:sldMk cId="1393905539" sldId="311"/>
        </pc:sldMkLst>
        <pc:spChg chg="mod">
          <ac:chgData name="Hunter, Adam" userId="d0cd5811-92b4-4e24-ab8d-34611203c6c6" providerId="ADAL" clId="{5636C0C7-6BD9-194A-837C-37F6CF98C626}" dt="2022-02-08T21:37:56.531" v="5667" actId="20577"/>
          <ac:spMkLst>
            <pc:docMk/>
            <pc:sldMk cId="1393905539" sldId="311"/>
            <ac:spMk id="2" creationId="{FB6DD0FC-856D-4B0C-8899-998831B3793F}"/>
          </ac:spMkLst>
        </pc:spChg>
        <pc:spChg chg="del mod">
          <ac:chgData name="Hunter, Adam" userId="d0cd5811-92b4-4e24-ab8d-34611203c6c6" providerId="ADAL" clId="{5636C0C7-6BD9-194A-837C-37F6CF98C626}" dt="2022-02-08T22:22:34.881" v="6797" actId="478"/>
          <ac:spMkLst>
            <pc:docMk/>
            <pc:sldMk cId="1393905539" sldId="311"/>
            <ac:spMk id="5" creationId="{497321AF-344D-434D-88D1-CDAB9ACD0CE5}"/>
          </ac:spMkLst>
        </pc:spChg>
        <pc:graphicFrameChg chg="add mod modGraphic">
          <ac:chgData name="Hunter, Adam" userId="d0cd5811-92b4-4e24-ab8d-34611203c6c6" providerId="ADAL" clId="{5636C0C7-6BD9-194A-837C-37F6CF98C626}" dt="2022-02-09T22:15:55.219" v="10334" actId="207"/>
          <ac:graphicFrameMkLst>
            <pc:docMk/>
            <pc:sldMk cId="1393905539" sldId="311"/>
            <ac:graphicFrameMk id="4" creationId="{F1D29918-5121-934E-B030-F2045388EB7A}"/>
          </ac:graphicFrameMkLst>
        </pc:graphicFrameChg>
        <pc:graphicFrameChg chg="add mod modGraphic">
          <ac:chgData name="Hunter, Adam" userId="d0cd5811-92b4-4e24-ab8d-34611203c6c6" providerId="ADAL" clId="{5636C0C7-6BD9-194A-837C-37F6CF98C626}" dt="2022-02-09T22:16:19.439" v="10442" actId="20577"/>
          <ac:graphicFrameMkLst>
            <pc:docMk/>
            <pc:sldMk cId="1393905539" sldId="311"/>
            <ac:graphicFrameMk id="6" creationId="{2003D060-61C8-414D-BC1C-EFAD36437BFC}"/>
          </ac:graphicFrameMkLst>
        </pc:graphicFrameChg>
      </pc:sldChg>
    </pc:docChg>
  </pc:docChgLst>
  <pc:docChgLst>
    <pc:chgData name="Anand, Dandupati" userId="S::dandupati.anand@insight.com::b8b9c501-002c-4baa-a00f-e5dd1580574c" providerId="AD" clId="Web-{F2A0C45C-9FE1-4753-9DA7-1BBCE1BB18E0}"/>
    <pc:docChg chg="modSld">
      <pc:chgData name="Anand, Dandupati" userId="S::dandupati.anand@insight.com::b8b9c501-002c-4baa-a00f-e5dd1580574c" providerId="AD" clId="Web-{F2A0C45C-9FE1-4753-9DA7-1BBCE1BB18E0}" dt="2022-02-10T06:54:33.476" v="0" actId="1076"/>
      <pc:docMkLst>
        <pc:docMk/>
      </pc:docMkLst>
      <pc:sldChg chg="modSp">
        <pc:chgData name="Anand, Dandupati" userId="S::dandupati.anand@insight.com::b8b9c501-002c-4baa-a00f-e5dd1580574c" providerId="AD" clId="Web-{F2A0C45C-9FE1-4753-9DA7-1BBCE1BB18E0}" dt="2022-02-10T06:54:33.476" v="0" actId="1076"/>
        <pc:sldMkLst>
          <pc:docMk/>
          <pc:sldMk cId="3845165999" sldId="268"/>
        </pc:sldMkLst>
        <pc:spChg chg="mod">
          <ac:chgData name="Anand, Dandupati" userId="S::dandupati.anand@insight.com::b8b9c501-002c-4baa-a00f-e5dd1580574c" providerId="AD" clId="Web-{F2A0C45C-9FE1-4753-9DA7-1BBCE1BB18E0}" dt="2022-02-10T06:54:33.476" v="0" actId="1076"/>
          <ac:spMkLst>
            <pc:docMk/>
            <pc:sldMk cId="3845165999" sldId="268"/>
            <ac:spMk id="4" creationId="{F32E95A0-0A17-0A46-A057-FF0336CE7AAF}"/>
          </ac:spMkLst>
        </pc:spChg>
      </pc:sldChg>
    </pc:docChg>
  </pc:docChgLst>
  <pc:docChgLst>
    <pc:chgData name="Anand, Dandupati" userId="S::dandupati.anand@insight.com::b8b9c501-002c-4baa-a00f-e5dd1580574c" providerId="AD" clId="Web-{932AF9C4-8F34-4CAB-9C20-64CDBBCA07F3}"/>
    <pc:docChg chg="modSld">
      <pc:chgData name="Anand, Dandupati" userId="S::dandupati.anand@insight.com::b8b9c501-002c-4baa-a00f-e5dd1580574c" providerId="AD" clId="Web-{932AF9C4-8F34-4CAB-9C20-64CDBBCA07F3}" dt="2022-02-10T06:58:21.675" v="1" actId="1076"/>
      <pc:docMkLst>
        <pc:docMk/>
      </pc:docMkLst>
      <pc:sldChg chg="modSp">
        <pc:chgData name="Anand, Dandupati" userId="S::dandupati.anand@insight.com::b8b9c501-002c-4baa-a00f-e5dd1580574c" providerId="AD" clId="Web-{932AF9C4-8F34-4CAB-9C20-64CDBBCA07F3}" dt="2022-02-10T06:58:21.675" v="1" actId="1076"/>
        <pc:sldMkLst>
          <pc:docMk/>
          <pc:sldMk cId="3845165999" sldId="268"/>
        </pc:sldMkLst>
        <pc:spChg chg="mod">
          <ac:chgData name="Anand, Dandupati" userId="S::dandupati.anand@insight.com::b8b9c501-002c-4baa-a00f-e5dd1580574c" providerId="AD" clId="Web-{932AF9C4-8F34-4CAB-9C20-64CDBBCA07F3}" dt="2022-02-10T06:58:21.675" v="1" actId="1076"/>
          <ac:spMkLst>
            <pc:docMk/>
            <pc:sldMk cId="3845165999" sldId="268"/>
            <ac:spMk id="4" creationId="{F32E95A0-0A17-0A46-A057-FF0336CE7AAF}"/>
          </ac:spMkLst>
        </pc:spChg>
      </pc:sldChg>
    </pc:docChg>
  </pc:docChgLst>
  <pc:docChgLst>
    <pc:chgData name="Huber, Ken" userId="d76d8c79-48fa-4716-b6cf-352d87cfe800" providerId="ADAL" clId="{5F6B1CF4-E782-420D-B70E-53471CDC30D1}"/>
    <pc:docChg chg="undo custSel addSld modSld">
      <pc:chgData name="Huber, Ken" userId="d76d8c79-48fa-4716-b6cf-352d87cfe800" providerId="ADAL" clId="{5F6B1CF4-E782-420D-B70E-53471CDC30D1}" dt="2022-02-04T19:10:19.593" v="2779" actId="207"/>
      <pc:docMkLst>
        <pc:docMk/>
      </pc:docMkLst>
      <pc:sldChg chg="addSp delSp modSp mod">
        <pc:chgData name="Huber, Ken" userId="d76d8c79-48fa-4716-b6cf-352d87cfe800" providerId="ADAL" clId="{5F6B1CF4-E782-420D-B70E-53471CDC30D1}" dt="2022-02-03T21:45:28.306" v="81" actId="20577"/>
        <pc:sldMkLst>
          <pc:docMk/>
          <pc:sldMk cId="3845165999" sldId="268"/>
        </pc:sldMkLst>
        <pc:spChg chg="mod">
          <ac:chgData name="Huber, Ken" userId="d76d8c79-48fa-4716-b6cf-352d87cfe800" providerId="ADAL" clId="{5F6B1CF4-E782-420D-B70E-53471CDC30D1}" dt="2022-02-03T21:45:13.707" v="38" actId="20577"/>
          <ac:spMkLst>
            <pc:docMk/>
            <pc:sldMk cId="3845165999" sldId="268"/>
            <ac:spMk id="4" creationId="{F32E95A0-0A17-0A46-A057-FF0336CE7AAF}"/>
          </ac:spMkLst>
        </pc:spChg>
        <pc:spChg chg="mod">
          <ac:chgData name="Huber, Ken" userId="d76d8c79-48fa-4716-b6cf-352d87cfe800" providerId="ADAL" clId="{5F6B1CF4-E782-420D-B70E-53471CDC30D1}" dt="2022-02-03T21:45:28.306" v="81" actId="20577"/>
          <ac:spMkLst>
            <pc:docMk/>
            <pc:sldMk cId="3845165999" sldId="268"/>
            <ac:spMk id="5" creationId="{79E156E1-4497-1A4F-AC1A-5D00596A499F}"/>
          </ac:spMkLst>
        </pc:spChg>
        <pc:grpChg chg="del">
          <ac:chgData name="Huber, Ken" userId="d76d8c79-48fa-4716-b6cf-352d87cfe800" providerId="ADAL" clId="{5F6B1CF4-E782-420D-B70E-53471CDC30D1}" dt="2022-02-03T21:44:56.646" v="0" actId="478"/>
          <ac:grpSpMkLst>
            <pc:docMk/>
            <pc:sldMk cId="3845165999" sldId="268"/>
            <ac:grpSpMk id="9" creationId="{3E065EF5-AFE4-4078-96DC-0A5A2E9AFA70}"/>
          </ac:grpSpMkLst>
        </pc:grpChg>
        <pc:picChg chg="add mod">
          <ac:chgData name="Huber, Ken" userId="d76d8c79-48fa-4716-b6cf-352d87cfe800" providerId="ADAL" clId="{5F6B1CF4-E782-420D-B70E-53471CDC30D1}" dt="2022-02-03T21:44:58.608" v="2" actId="1076"/>
          <ac:picMkLst>
            <pc:docMk/>
            <pc:sldMk cId="3845165999" sldId="268"/>
            <ac:picMk id="7" creationId="{55165D7E-F216-4B14-AA62-8DDD28A3DE63}"/>
          </ac:picMkLst>
        </pc:picChg>
        <pc:picChg chg="add mod">
          <ac:chgData name="Huber, Ken" userId="d76d8c79-48fa-4716-b6cf-352d87cfe800" providerId="ADAL" clId="{5F6B1CF4-E782-420D-B70E-53471CDC30D1}" dt="2022-02-03T21:44:58.608" v="2" actId="1076"/>
          <ac:picMkLst>
            <pc:docMk/>
            <pc:sldMk cId="3845165999" sldId="268"/>
            <ac:picMk id="10" creationId="{A70E248C-F1D4-4990-9F34-E6EC392A9D5A}"/>
          </ac:picMkLst>
        </pc:picChg>
      </pc:sldChg>
      <pc:sldChg chg="addSp delSp modSp mod">
        <pc:chgData name="Huber, Ken" userId="d76d8c79-48fa-4716-b6cf-352d87cfe800" providerId="ADAL" clId="{5F6B1CF4-E782-420D-B70E-53471CDC30D1}" dt="2022-02-04T19:02:58.589" v="2593" actId="20577"/>
        <pc:sldMkLst>
          <pc:docMk/>
          <pc:sldMk cId="2041400116" sldId="291"/>
        </pc:sldMkLst>
        <pc:spChg chg="mod">
          <ac:chgData name="Huber, Ken" userId="d76d8c79-48fa-4716-b6cf-352d87cfe800" providerId="ADAL" clId="{5F6B1CF4-E782-420D-B70E-53471CDC30D1}" dt="2022-02-03T21:52:04.283" v="377" actId="14100"/>
          <ac:spMkLst>
            <pc:docMk/>
            <pc:sldMk cId="2041400116" sldId="291"/>
            <ac:spMk id="4" creationId="{A589636E-D30D-1741-9D8B-EC1EF7401C2A}"/>
          </ac:spMkLst>
        </pc:spChg>
        <pc:spChg chg="add mod">
          <ac:chgData name="Huber, Ken" userId="d76d8c79-48fa-4716-b6cf-352d87cfe800" providerId="ADAL" clId="{5F6B1CF4-E782-420D-B70E-53471CDC30D1}" dt="2022-02-04T19:02:58.589" v="2593" actId="20577"/>
          <ac:spMkLst>
            <pc:docMk/>
            <pc:sldMk cId="2041400116" sldId="291"/>
            <ac:spMk id="5" creationId="{9254793C-5CAF-4577-8E63-2324D192BC1A}"/>
          </ac:spMkLst>
        </pc:spChg>
        <pc:graphicFrameChg chg="del modGraphic">
          <ac:chgData name="Huber, Ken" userId="d76d8c79-48fa-4716-b6cf-352d87cfe800" providerId="ADAL" clId="{5F6B1CF4-E782-420D-B70E-53471CDC30D1}" dt="2022-02-03T21:52:12.655" v="378" actId="478"/>
          <ac:graphicFrameMkLst>
            <pc:docMk/>
            <pc:sldMk cId="2041400116" sldId="291"/>
            <ac:graphicFrameMk id="2" creationId="{35C882CB-8ED4-4203-B6C3-BFA1F540B9A3}"/>
          </ac:graphicFrameMkLst>
        </pc:graphicFrameChg>
        <pc:picChg chg="add del mod">
          <ac:chgData name="Huber, Ken" userId="d76d8c79-48fa-4716-b6cf-352d87cfe800" providerId="ADAL" clId="{5F6B1CF4-E782-420D-B70E-53471CDC30D1}" dt="2022-02-04T16:23:42.058" v="629" actId="478"/>
          <ac:picMkLst>
            <pc:docMk/>
            <pc:sldMk cId="2041400116" sldId="291"/>
            <ac:picMk id="7" creationId="{1FD9E2C4-3095-43FD-910C-9C5E77944E32}"/>
          </ac:picMkLst>
        </pc:picChg>
      </pc:sldChg>
      <pc:sldChg chg="modSp">
        <pc:chgData name="Huber, Ken" userId="d76d8c79-48fa-4716-b6cf-352d87cfe800" providerId="ADAL" clId="{5F6B1CF4-E782-420D-B70E-53471CDC30D1}" dt="2022-02-03T21:47:26.412" v="341" actId="20577"/>
        <pc:sldMkLst>
          <pc:docMk/>
          <pc:sldMk cId="3602105547" sldId="292"/>
        </pc:sldMkLst>
        <pc:graphicFrameChg chg="mod">
          <ac:chgData name="Huber, Ken" userId="d76d8c79-48fa-4716-b6cf-352d87cfe800" providerId="ADAL" clId="{5F6B1CF4-E782-420D-B70E-53471CDC30D1}" dt="2022-02-03T21:47:26.412" v="341" actId="20577"/>
          <ac:graphicFrameMkLst>
            <pc:docMk/>
            <pc:sldMk cId="3602105547" sldId="292"/>
            <ac:graphicFrameMk id="3" creationId="{32383BC2-24FE-40FE-96B0-948EB0AA4992}"/>
          </ac:graphicFrameMkLst>
        </pc:graphicFrameChg>
      </pc:sldChg>
      <pc:sldChg chg="addSp delSp modSp mod">
        <pc:chgData name="Huber, Ken" userId="d76d8c79-48fa-4716-b6cf-352d87cfe800" providerId="ADAL" clId="{5F6B1CF4-E782-420D-B70E-53471CDC30D1}" dt="2022-02-04T19:06:36.705" v="2738" actId="20577"/>
        <pc:sldMkLst>
          <pc:docMk/>
          <pc:sldMk cId="3981840836" sldId="293"/>
        </pc:sldMkLst>
        <pc:spChg chg="mod">
          <ac:chgData name="Huber, Ken" userId="d76d8c79-48fa-4716-b6cf-352d87cfe800" providerId="ADAL" clId="{5F6B1CF4-E782-420D-B70E-53471CDC30D1}" dt="2022-02-03T21:52:47.276" v="418" actId="14100"/>
          <ac:spMkLst>
            <pc:docMk/>
            <pc:sldMk cId="3981840836" sldId="293"/>
            <ac:spMk id="4" creationId="{1F5EC4E7-A6F9-6C4D-815F-819FB213E2A6}"/>
          </ac:spMkLst>
        </pc:spChg>
        <pc:spChg chg="add mod">
          <ac:chgData name="Huber, Ken" userId="d76d8c79-48fa-4716-b6cf-352d87cfe800" providerId="ADAL" clId="{5F6B1CF4-E782-420D-B70E-53471CDC30D1}" dt="2022-02-04T19:06:36.705" v="2738" actId="20577"/>
          <ac:spMkLst>
            <pc:docMk/>
            <pc:sldMk cId="3981840836" sldId="293"/>
            <ac:spMk id="5" creationId="{5B57CEFE-91DE-4639-94A4-3F8E676B3F6D}"/>
          </ac:spMkLst>
        </pc:spChg>
        <pc:graphicFrameChg chg="del">
          <ac:chgData name="Huber, Ken" userId="d76d8c79-48fa-4716-b6cf-352d87cfe800" providerId="ADAL" clId="{5F6B1CF4-E782-420D-B70E-53471CDC30D1}" dt="2022-02-03T21:52:51.941" v="419" actId="478"/>
          <ac:graphicFrameMkLst>
            <pc:docMk/>
            <pc:sldMk cId="3981840836" sldId="293"/>
            <ac:graphicFrameMk id="2" creationId="{E22D6F34-BDE7-417C-BB31-5F384CFFDA57}"/>
          </ac:graphicFrameMkLst>
        </pc:graphicFrameChg>
        <pc:picChg chg="del">
          <ac:chgData name="Huber, Ken" userId="d76d8c79-48fa-4716-b6cf-352d87cfe800" providerId="ADAL" clId="{5F6B1CF4-E782-420D-B70E-53471CDC30D1}" dt="2022-02-03T21:52:54.715" v="420" actId="478"/>
          <ac:picMkLst>
            <pc:docMk/>
            <pc:sldMk cId="3981840836" sldId="293"/>
            <ac:picMk id="9" creationId="{2B811712-3F4C-4914-9A96-4747FEED2E30}"/>
          </ac:picMkLst>
        </pc:picChg>
      </pc:sldChg>
      <pc:sldChg chg="modSp mod">
        <pc:chgData name="Huber, Ken" userId="d76d8c79-48fa-4716-b6cf-352d87cfe800" providerId="ADAL" clId="{5F6B1CF4-E782-420D-B70E-53471CDC30D1}" dt="2022-02-04T19:10:19.593" v="2779" actId="207"/>
        <pc:sldMkLst>
          <pc:docMk/>
          <pc:sldMk cId="1591293997" sldId="294"/>
        </pc:sldMkLst>
        <pc:spChg chg="mod">
          <ac:chgData name="Huber, Ken" userId="d76d8c79-48fa-4716-b6cf-352d87cfe800" providerId="ADAL" clId="{5F6B1CF4-E782-420D-B70E-53471CDC30D1}" dt="2022-02-03T21:53:07.631" v="440" actId="20577"/>
          <ac:spMkLst>
            <pc:docMk/>
            <pc:sldMk cId="1591293997" sldId="294"/>
            <ac:spMk id="4" creationId="{65F8B948-BC4A-415B-928C-8690A9092B21}"/>
          </ac:spMkLst>
        </pc:spChg>
        <pc:spChg chg="mod">
          <ac:chgData name="Huber, Ken" userId="d76d8c79-48fa-4716-b6cf-352d87cfe800" providerId="ADAL" clId="{5F6B1CF4-E782-420D-B70E-53471CDC30D1}" dt="2022-02-04T19:10:19.593" v="2779" actId="207"/>
          <ac:spMkLst>
            <pc:docMk/>
            <pc:sldMk cId="1591293997" sldId="294"/>
            <ac:spMk id="5" creationId="{1BAC737C-9BC6-427E-BCF6-9FA10F79D65C}"/>
          </ac:spMkLst>
        </pc:spChg>
      </pc:sldChg>
      <pc:sldChg chg="addSp delSp modSp mod">
        <pc:chgData name="Huber, Ken" userId="d76d8c79-48fa-4716-b6cf-352d87cfe800" providerId="ADAL" clId="{5F6B1CF4-E782-420D-B70E-53471CDC30D1}" dt="2022-02-03T21:53:22.146" v="450" actId="478"/>
        <pc:sldMkLst>
          <pc:docMk/>
          <pc:sldMk cId="1718128540" sldId="295"/>
        </pc:sldMkLst>
        <pc:spChg chg="mod">
          <ac:chgData name="Huber, Ken" userId="d76d8c79-48fa-4716-b6cf-352d87cfe800" providerId="ADAL" clId="{5F6B1CF4-E782-420D-B70E-53471CDC30D1}" dt="2022-02-03T21:53:18.029" v="449" actId="20577"/>
          <ac:spMkLst>
            <pc:docMk/>
            <pc:sldMk cId="1718128540" sldId="295"/>
            <ac:spMk id="2" creationId="{FB6DD0FC-856D-4B0C-8899-998831B3793F}"/>
          </ac:spMkLst>
        </pc:spChg>
        <pc:spChg chg="add mod">
          <ac:chgData name="Huber, Ken" userId="d76d8c79-48fa-4716-b6cf-352d87cfe800" providerId="ADAL" clId="{5F6B1CF4-E782-420D-B70E-53471CDC30D1}" dt="2022-02-03T21:53:22.146" v="450" actId="478"/>
          <ac:spMkLst>
            <pc:docMk/>
            <pc:sldMk cId="1718128540" sldId="295"/>
            <ac:spMk id="5" creationId="{497321AF-344D-434D-88D1-CDAB9ACD0CE5}"/>
          </ac:spMkLst>
        </pc:spChg>
        <pc:graphicFrameChg chg="del">
          <ac:chgData name="Huber, Ken" userId="d76d8c79-48fa-4716-b6cf-352d87cfe800" providerId="ADAL" clId="{5F6B1CF4-E782-420D-B70E-53471CDC30D1}" dt="2022-02-03T21:53:22.146" v="450" actId="478"/>
          <ac:graphicFrameMkLst>
            <pc:docMk/>
            <pc:sldMk cId="1718128540" sldId="295"/>
            <ac:graphicFrameMk id="4" creationId="{A3E220A3-80C2-41DD-9296-64D6017C2922}"/>
          </ac:graphicFrameMkLst>
        </pc:graphicFrameChg>
      </pc:sldChg>
      <pc:sldChg chg="modSp mod">
        <pc:chgData name="Huber, Ken" userId="d76d8c79-48fa-4716-b6cf-352d87cfe800" providerId="ADAL" clId="{5F6B1CF4-E782-420D-B70E-53471CDC30D1}" dt="2022-02-03T21:54:11.354" v="476" actId="6549"/>
        <pc:sldMkLst>
          <pc:docMk/>
          <pc:sldMk cId="2633318475" sldId="297"/>
        </pc:sldMkLst>
        <pc:spChg chg="mod">
          <ac:chgData name="Huber, Ken" userId="d76d8c79-48fa-4716-b6cf-352d87cfe800" providerId="ADAL" clId="{5F6B1CF4-E782-420D-B70E-53471CDC30D1}" dt="2022-02-03T21:54:05.928" v="475" actId="20577"/>
          <ac:spMkLst>
            <pc:docMk/>
            <pc:sldMk cId="2633318475" sldId="297"/>
            <ac:spMk id="4" creationId="{5E3BA64C-EBF9-4F1E-A921-7A9E27B5A30B}"/>
          </ac:spMkLst>
        </pc:spChg>
        <pc:spChg chg="mod">
          <ac:chgData name="Huber, Ken" userId="d76d8c79-48fa-4716-b6cf-352d87cfe800" providerId="ADAL" clId="{5F6B1CF4-E782-420D-B70E-53471CDC30D1}" dt="2022-02-03T21:54:11.354" v="476" actId="6549"/>
          <ac:spMkLst>
            <pc:docMk/>
            <pc:sldMk cId="2633318475" sldId="297"/>
            <ac:spMk id="5" creationId="{3A3286AD-A41F-473F-AF27-2CA7C89232C4}"/>
          </ac:spMkLst>
        </pc:spChg>
      </pc:sldChg>
      <pc:sldChg chg="addSp delSp modSp mod">
        <pc:chgData name="Huber, Ken" userId="d76d8c79-48fa-4716-b6cf-352d87cfe800" providerId="ADAL" clId="{5F6B1CF4-E782-420D-B70E-53471CDC30D1}" dt="2022-02-03T21:54:24.594" v="491" actId="478"/>
        <pc:sldMkLst>
          <pc:docMk/>
          <pc:sldMk cId="3626022138" sldId="298"/>
        </pc:sldMkLst>
        <pc:spChg chg="mod">
          <ac:chgData name="Huber, Ken" userId="d76d8c79-48fa-4716-b6cf-352d87cfe800" providerId="ADAL" clId="{5F6B1CF4-E782-420D-B70E-53471CDC30D1}" dt="2022-02-03T21:54:18.458" v="489" actId="20577"/>
          <ac:spMkLst>
            <pc:docMk/>
            <pc:sldMk cId="3626022138" sldId="298"/>
            <ac:spMk id="2" creationId="{B9BBF9CF-3AC0-46BA-9E8F-03150ADBA155}"/>
          </ac:spMkLst>
        </pc:spChg>
        <pc:spChg chg="del">
          <ac:chgData name="Huber, Ken" userId="d76d8c79-48fa-4716-b6cf-352d87cfe800" providerId="ADAL" clId="{5F6B1CF4-E782-420D-B70E-53471CDC30D1}" dt="2022-02-03T21:54:21.375" v="490" actId="478"/>
          <ac:spMkLst>
            <pc:docMk/>
            <pc:sldMk cId="3626022138" sldId="298"/>
            <ac:spMk id="4" creationId="{2A41B2F3-E844-43A5-A680-BB2BD0B74217}"/>
          </ac:spMkLst>
        </pc:spChg>
        <pc:spChg chg="add mod">
          <ac:chgData name="Huber, Ken" userId="d76d8c79-48fa-4716-b6cf-352d87cfe800" providerId="ADAL" clId="{5F6B1CF4-E782-420D-B70E-53471CDC30D1}" dt="2022-02-03T21:54:24.594" v="491" actId="478"/>
          <ac:spMkLst>
            <pc:docMk/>
            <pc:sldMk cId="3626022138" sldId="298"/>
            <ac:spMk id="5" creationId="{05E88519-4BC1-4C7F-BFE6-C1AD089C52E8}"/>
          </ac:spMkLst>
        </pc:spChg>
        <pc:graphicFrameChg chg="del">
          <ac:chgData name="Huber, Ken" userId="d76d8c79-48fa-4716-b6cf-352d87cfe800" providerId="ADAL" clId="{5F6B1CF4-E782-420D-B70E-53471CDC30D1}" dt="2022-02-03T21:54:24.594" v="491" actId="478"/>
          <ac:graphicFrameMkLst>
            <pc:docMk/>
            <pc:sldMk cId="3626022138" sldId="298"/>
            <ac:graphicFrameMk id="6" creationId="{BACDC91E-DCA7-4F35-B49F-B74D79FD7793}"/>
          </ac:graphicFrameMkLst>
        </pc:graphicFrameChg>
      </pc:sldChg>
      <pc:sldChg chg="modSp add mod">
        <pc:chgData name="Huber, Ken" userId="d76d8c79-48fa-4716-b6cf-352d87cfe800" providerId="ADAL" clId="{5F6B1CF4-E782-420D-B70E-53471CDC30D1}" dt="2022-02-03T21:53:30.533" v="454" actId="20577"/>
        <pc:sldMkLst>
          <pc:docMk/>
          <pc:sldMk cId="2275384751" sldId="299"/>
        </pc:sldMkLst>
        <pc:spChg chg="mod">
          <ac:chgData name="Huber, Ken" userId="d76d8c79-48fa-4716-b6cf-352d87cfe800" providerId="ADAL" clId="{5F6B1CF4-E782-420D-B70E-53471CDC30D1}" dt="2022-02-03T21:53:30.533" v="454" actId="20577"/>
          <ac:spMkLst>
            <pc:docMk/>
            <pc:sldMk cId="2275384751" sldId="299"/>
            <ac:spMk id="2" creationId="{FB6DD0FC-856D-4B0C-8899-998831B3793F}"/>
          </ac:spMkLst>
        </pc:spChg>
      </pc:sldChg>
      <pc:sldChg chg="modSp add mod">
        <pc:chgData name="Huber, Ken" userId="d76d8c79-48fa-4716-b6cf-352d87cfe800" providerId="ADAL" clId="{5F6B1CF4-E782-420D-B70E-53471CDC30D1}" dt="2022-02-03T21:53:42.350" v="457" actId="20577"/>
        <pc:sldMkLst>
          <pc:docMk/>
          <pc:sldMk cId="3730688307" sldId="300"/>
        </pc:sldMkLst>
        <pc:spChg chg="mod">
          <ac:chgData name="Huber, Ken" userId="d76d8c79-48fa-4716-b6cf-352d87cfe800" providerId="ADAL" clId="{5F6B1CF4-E782-420D-B70E-53471CDC30D1}" dt="2022-02-03T21:53:42.350" v="457" actId="20577"/>
          <ac:spMkLst>
            <pc:docMk/>
            <pc:sldMk cId="3730688307" sldId="300"/>
            <ac:spMk id="2" creationId="{FB6DD0FC-856D-4B0C-8899-998831B3793F}"/>
          </ac:spMkLst>
        </pc:spChg>
      </pc:sldChg>
      <pc:sldChg chg="modSp add mod">
        <pc:chgData name="Huber, Ken" userId="d76d8c79-48fa-4716-b6cf-352d87cfe800" providerId="ADAL" clId="{5F6B1CF4-E782-420D-B70E-53471CDC30D1}" dt="2022-02-03T21:53:46.715" v="458" actId="20577"/>
        <pc:sldMkLst>
          <pc:docMk/>
          <pc:sldMk cId="324083435" sldId="301"/>
        </pc:sldMkLst>
        <pc:spChg chg="mod">
          <ac:chgData name="Huber, Ken" userId="d76d8c79-48fa-4716-b6cf-352d87cfe800" providerId="ADAL" clId="{5F6B1CF4-E782-420D-B70E-53471CDC30D1}" dt="2022-02-03T21:53:46.715" v="458" actId="20577"/>
          <ac:spMkLst>
            <pc:docMk/>
            <pc:sldMk cId="324083435" sldId="301"/>
            <ac:spMk id="2" creationId="{FB6DD0FC-856D-4B0C-8899-998831B3793F}"/>
          </ac:spMkLst>
        </pc:spChg>
      </pc:sldChg>
      <pc:sldChg chg="addSp delSp modSp add mod">
        <pc:chgData name="Huber, Ken" userId="d76d8c79-48fa-4716-b6cf-352d87cfe800" providerId="ADAL" clId="{5F6B1CF4-E782-420D-B70E-53471CDC30D1}" dt="2022-02-04T16:25:44.724" v="647" actId="14100"/>
        <pc:sldMkLst>
          <pc:docMk/>
          <pc:sldMk cId="2117764178" sldId="302"/>
        </pc:sldMkLst>
        <pc:spChg chg="del mod">
          <ac:chgData name="Huber, Ken" userId="d76d8c79-48fa-4716-b6cf-352d87cfe800" providerId="ADAL" clId="{5F6B1CF4-E782-420D-B70E-53471CDC30D1}" dt="2022-02-04T16:23:51.375" v="631" actId="478"/>
          <ac:spMkLst>
            <pc:docMk/>
            <pc:sldMk cId="2117764178" sldId="302"/>
            <ac:spMk id="5" creationId="{9254793C-5CAF-4577-8E63-2324D192BC1A}"/>
          </ac:spMkLst>
        </pc:spChg>
        <pc:spChg chg="add del">
          <ac:chgData name="Huber, Ken" userId="d76d8c79-48fa-4716-b6cf-352d87cfe800" providerId="ADAL" clId="{5F6B1CF4-E782-420D-B70E-53471CDC30D1}" dt="2022-02-04T16:25:13.067" v="640" actId="11529"/>
          <ac:spMkLst>
            <pc:docMk/>
            <pc:sldMk cId="2117764178" sldId="302"/>
            <ac:spMk id="6" creationId="{6F9A54DE-91F2-4235-A45E-F58B6F4B3C9C}"/>
          </ac:spMkLst>
        </pc:spChg>
        <pc:spChg chg="add mod">
          <ac:chgData name="Huber, Ken" userId="d76d8c79-48fa-4716-b6cf-352d87cfe800" providerId="ADAL" clId="{5F6B1CF4-E782-420D-B70E-53471CDC30D1}" dt="2022-02-04T16:25:29.838" v="642" actId="207"/>
          <ac:spMkLst>
            <pc:docMk/>
            <pc:sldMk cId="2117764178" sldId="302"/>
            <ac:spMk id="8" creationId="{33CD680C-57C1-45C0-9032-10277E3B7BB5}"/>
          </ac:spMkLst>
        </pc:spChg>
        <pc:spChg chg="add mod">
          <ac:chgData name="Huber, Ken" userId="d76d8c79-48fa-4716-b6cf-352d87cfe800" providerId="ADAL" clId="{5F6B1CF4-E782-420D-B70E-53471CDC30D1}" dt="2022-02-04T16:25:40.414" v="644" actId="1076"/>
          <ac:spMkLst>
            <pc:docMk/>
            <pc:sldMk cId="2117764178" sldId="302"/>
            <ac:spMk id="9" creationId="{77610B59-DEC6-4C5B-990D-44636C2ECE25}"/>
          </ac:spMkLst>
        </pc:spChg>
        <pc:spChg chg="add mod">
          <ac:chgData name="Huber, Ken" userId="d76d8c79-48fa-4716-b6cf-352d87cfe800" providerId="ADAL" clId="{5F6B1CF4-E782-420D-B70E-53471CDC30D1}" dt="2022-02-04T16:25:44.724" v="647" actId="14100"/>
          <ac:spMkLst>
            <pc:docMk/>
            <pc:sldMk cId="2117764178" sldId="302"/>
            <ac:spMk id="10" creationId="{F59F7233-AF9E-4C34-97B1-20AD945A19AE}"/>
          </ac:spMkLst>
        </pc:spChg>
        <pc:picChg chg="add mod">
          <ac:chgData name="Huber, Ken" userId="d76d8c79-48fa-4716-b6cf-352d87cfe800" providerId="ADAL" clId="{5F6B1CF4-E782-420D-B70E-53471CDC30D1}" dt="2022-02-04T16:24:43.174" v="638" actId="1076"/>
          <ac:picMkLst>
            <pc:docMk/>
            <pc:sldMk cId="2117764178" sldId="302"/>
            <ac:picMk id="3" creationId="{3415A949-4DD6-4699-AC11-D497F1404837}"/>
          </ac:picMkLst>
        </pc:picChg>
        <pc:picChg chg="del mod">
          <ac:chgData name="Huber, Ken" userId="d76d8c79-48fa-4716-b6cf-352d87cfe800" providerId="ADAL" clId="{5F6B1CF4-E782-420D-B70E-53471CDC30D1}" dt="2022-02-04T16:24:13.365" v="635" actId="478"/>
          <ac:picMkLst>
            <pc:docMk/>
            <pc:sldMk cId="2117764178" sldId="302"/>
            <ac:picMk id="7" creationId="{1FD9E2C4-3095-43FD-910C-9C5E77944E32}"/>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120B4D6-3089-4804-9E6C-9DAB9DD8FECC}"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D2385A47-920E-4DA1-8582-6932CDDE46D8}">
      <dgm:prSet phldrT="[Text]"/>
      <dgm:spPr/>
      <dgm:t>
        <a:bodyPr/>
        <a:lstStyle/>
        <a:p>
          <a:r>
            <a:rPr lang="en-US"/>
            <a:t>Background/Problem Statement</a:t>
          </a:r>
        </a:p>
      </dgm:t>
    </dgm:pt>
    <dgm:pt modelId="{CA62D69C-59B3-4C01-819C-0276A1955472}" type="parTrans" cxnId="{1E71BB5F-0C6E-4567-A140-9BDCEBAB25EE}">
      <dgm:prSet/>
      <dgm:spPr/>
      <dgm:t>
        <a:bodyPr/>
        <a:lstStyle/>
        <a:p>
          <a:endParaRPr lang="en-US"/>
        </a:p>
      </dgm:t>
    </dgm:pt>
    <dgm:pt modelId="{4F689BEC-A3B0-4DE0-9B3A-80FA99E1017D}" type="sibTrans" cxnId="{1E71BB5F-0C6E-4567-A140-9BDCEBAB25EE}">
      <dgm:prSet/>
      <dgm:spPr/>
      <dgm:t>
        <a:bodyPr/>
        <a:lstStyle/>
        <a:p>
          <a:endParaRPr lang="en-US"/>
        </a:p>
      </dgm:t>
    </dgm:pt>
    <dgm:pt modelId="{9E910F21-188F-4B49-9408-2DA9CCE16084}">
      <dgm:prSet/>
      <dgm:spPr/>
      <dgm:t>
        <a:bodyPr/>
        <a:lstStyle/>
        <a:p>
          <a:r>
            <a:rPr lang="en-US"/>
            <a:t>Key Assumptions &amp; Constraints</a:t>
          </a:r>
        </a:p>
      </dgm:t>
    </dgm:pt>
    <dgm:pt modelId="{B474B7B6-D91D-494C-9621-09010117C87A}" type="sibTrans" cxnId="{09CD15FF-553F-4D72-AF21-EB59FF1F2712}">
      <dgm:prSet/>
      <dgm:spPr/>
      <dgm:t>
        <a:bodyPr/>
        <a:lstStyle/>
        <a:p>
          <a:endParaRPr lang="en-US"/>
        </a:p>
      </dgm:t>
    </dgm:pt>
    <dgm:pt modelId="{058956BA-C79D-4E8C-BC68-2A074A92FFAC}" type="parTrans" cxnId="{09CD15FF-553F-4D72-AF21-EB59FF1F2712}">
      <dgm:prSet/>
      <dgm:spPr/>
      <dgm:t>
        <a:bodyPr/>
        <a:lstStyle/>
        <a:p>
          <a:endParaRPr lang="en-US"/>
        </a:p>
      </dgm:t>
    </dgm:pt>
    <dgm:pt modelId="{E16CE653-077B-466E-AB53-E2AEF7904B52}">
      <dgm:prSet/>
      <dgm:spPr/>
      <dgm:t>
        <a:bodyPr/>
        <a:lstStyle/>
        <a:p>
          <a:r>
            <a:rPr lang="en-US"/>
            <a:t>Option Overview</a:t>
          </a:r>
        </a:p>
      </dgm:t>
    </dgm:pt>
    <dgm:pt modelId="{B4704B45-E315-480B-A51C-EE5DBE134A9B}" type="sibTrans" cxnId="{5E3948F3-2AED-42CF-86C1-E9BE6B15B16B}">
      <dgm:prSet/>
      <dgm:spPr/>
      <dgm:t>
        <a:bodyPr/>
        <a:lstStyle/>
        <a:p>
          <a:endParaRPr lang="en-US"/>
        </a:p>
      </dgm:t>
    </dgm:pt>
    <dgm:pt modelId="{C71DF790-C307-4E37-8CDF-0747793D8EB8}" type="parTrans" cxnId="{5E3948F3-2AED-42CF-86C1-E9BE6B15B16B}">
      <dgm:prSet/>
      <dgm:spPr/>
      <dgm:t>
        <a:bodyPr/>
        <a:lstStyle/>
        <a:p>
          <a:endParaRPr lang="en-US"/>
        </a:p>
      </dgm:t>
    </dgm:pt>
    <dgm:pt modelId="{01BB1354-A853-4578-A240-A046A2CE0BD7}">
      <dgm:prSet/>
      <dgm:spPr/>
      <dgm:t>
        <a:bodyPr/>
        <a:lstStyle/>
        <a:p>
          <a:r>
            <a:rPr lang="en-US"/>
            <a:t>Questions/Discussion</a:t>
          </a:r>
        </a:p>
      </dgm:t>
    </dgm:pt>
    <dgm:pt modelId="{4B0E14DC-0184-42E5-B961-847599A5262A}" type="sibTrans" cxnId="{7020203C-FDCE-435B-A67B-FD29E3D37492}">
      <dgm:prSet/>
      <dgm:spPr/>
      <dgm:t>
        <a:bodyPr/>
        <a:lstStyle/>
        <a:p>
          <a:endParaRPr lang="en-US"/>
        </a:p>
      </dgm:t>
    </dgm:pt>
    <dgm:pt modelId="{F94F8EFD-3B9B-485F-8029-03EFFBC06158}" type="parTrans" cxnId="{7020203C-FDCE-435B-A67B-FD29E3D37492}">
      <dgm:prSet/>
      <dgm:spPr/>
      <dgm:t>
        <a:bodyPr/>
        <a:lstStyle/>
        <a:p>
          <a:endParaRPr lang="en-US"/>
        </a:p>
      </dgm:t>
    </dgm:pt>
    <dgm:pt modelId="{BC7D4C31-33D6-4564-802F-C2174E353641}">
      <dgm:prSet/>
      <dgm:spPr/>
      <dgm:t>
        <a:bodyPr/>
        <a:lstStyle/>
        <a:p>
          <a:r>
            <a:rPr lang="en-US"/>
            <a:t>Option Details</a:t>
          </a:r>
        </a:p>
      </dgm:t>
    </dgm:pt>
    <dgm:pt modelId="{4ADB1724-0CDA-40B0-8FEC-C074E85CE81A}" type="sibTrans" cxnId="{25A8160E-F7FA-4E80-8DE8-4B1B4DFA2C9B}">
      <dgm:prSet/>
      <dgm:spPr/>
      <dgm:t>
        <a:bodyPr/>
        <a:lstStyle/>
        <a:p>
          <a:endParaRPr lang="en-US"/>
        </a:p>
      </dgm:t>
    </dgm:pt>
    <dgm:pt modelId="{213C1DBF-87C9-428E-B7BE-EED10871DF74}" type="parTrans" cxnId="{25A8160E-F7FA-4E80-8DE8-4B1B4DFA2C9B}">
      <dgm:prSet/>
      <dgm:spPr/>
      <dgm:t>
        <a:bodyPr/>
        <a:lstStyle/>
        <a:p>
          <a:endParaRPr lang="en-US"/>
        </a:p>
      </dgm:t>
    </dgm:pt>
    <dgm:pt modelId="{7F98177E-DC12-4429-BB8F-3A1460566FEF}">
      <dgm:prSet/>
      <dgm:spPr/>
      <dgm:t>
        <a:bodyPr/>
        <a:lstStyle/>
        <a:p>
          <a:r>
            <a:rPr lang="en-US"/>
            <a:t>Key Requirements</a:t>
          </a:r>
        </a:p>
      </dgm:t>
    </dgm:pt>
    <dgm:pt modelId="{B95C2FAD-CB11-491A-8048-F6377547A199}" type="parTrans" cxnId="{2490A536-6598-4863-BE10-23EF85D22AE8}">
      <dgm:prSet/>
      <dgm:spPr/>
      <dgm:t>
        <a:bodyPr/>
        <a:lstStyle/>
        <a:p>
          <a:endParaRPr lang="en-US"/>
        </a:p>
      </dgm:t>
    </dgm:pt>
    <dgm:pt modelId="{92966A45-E5EE-415B-9153-00F0D6FF9D78}" type="sibTrans" cxnId="{2490A536-6598-4863-BE10-23EF85D22AE8}">
      <dgm:prSet/>
      <dgm:spPr/>
      <dgm:t>
        <a:bodyPr/>
        <a:lstStyle/>
        <a:p>
          <a:endParaRPr lang="en-US"/>
        </a:p>
      </dgm:t>
    </dgm:pt>
    <dgm:pt modelId="{EE4009FC-3B1E-4B99-AD5F-E66FB71EFFD3}">
      <dgm:prSet/>
      <dgm:spPr/>
      <dgm:t>
        <a:bodyPr/>
        <a:lstStyle/>
        <a:p>
          <a:r>
            <a:rPr lang="en-US"/>
            <a:t>Technology</a:t>
          </a:r>
        </a:p>
      </dgm:t>
    </dgm:pt>
    <dgm:pt modelId="{FA63887E-8755-4F12-8DC8-D30BD7C4572F}" type="parTrans" cxnId="{75CB492C-D7D8-4DA8-B68F-205135588B72}">
      <dgm:prSet/>
      <dgm:spPr/>
      <dgm:t>
        <a:bodyPr/>
        <a:lstStyle/>
        <a:p>
          <a:endParaRPr lang="en-US"/>
        </a:p>
      </dgm:t>
    </dgm:pt>
    <dgm:pt modelId="{1C062080-C169-4676-B793-98ECFAC0B23A}" type="sibTrans" cxnId="{75CB492C-D7D8-4DA8-B68F-205135588B72}">
      <dgm:prSet/>
      <dgm:spPr/>
      <dgm:t>
        <a:bodyPr/>
        <a:lstStyle/>
        <a:p>
          <a:endParaRPr lang="en-US"/>
        </a:p>
      </dgm:t>
    </dgm:pt>
    <dgm:pt modelId="{E84F1FA1-7400-408B-A2EE-D72A4012F722}" type="pres">
      <dgm:prSet presAssocID="{E120B4D6-3089-4804-9E6C-9DAB9DD8FECC}" presName="linear" presStyleCnt="0">
        <dgm:presLayoutVars>
          <dgm:dir/>
          <dgm:animLvl val="lvl"/>
          <dgm:resizeHandles val="exact"/>
        </dgm:presLayoutVars>
      </dgm:prSet>
      <dgm:spPr/>
    </dgm:pt>
    <dgm:pt modelId="{CB099B05-14A5-4A43-8AF7-CCFF71461F16}" type="pres">
      <dgm:prSet presAssocID="{D2385A47-920E-4DA1-8582-6932CDDE46D8}" presName="parentLin" presStyleCnt="0"/>
      <dgm:spPr/>
    </dgm:pt>
    <dgm:pt modelId="{76B5EEF9-6A0E-4507-AD65-859F803C7267}" type="pres">
      <dgm:prSet presAssocID="{D2385A47-920E-4DA1-8582-6932CDDE46D8}" presName="parentLeftMargin" presStyleLbl="node1" presStyleIdx="0" presStyleCnt="7"/>
      <dgm:spPr/>
    </dgm:pt>
    <dgm:pt modelId="{1429F40B-5B58-437C-8617-C04D01DF0074}" type="pres">
      <dgm:prSet presAssocID="{D2385A47-920E-4DA1-8582-6932CDDE46D8}" presName="parentText" presStyleLbl="node1" presStyleIdx="0" presStyleCnt="7">
        <dgm:presLayoutVars>
          <dgm:chMax val="0"/>
          <dgm:bulletEnabled val="1"/>
        </dgm:presLayoutVars>
      </dgm:prSet>
      <dgm:spPr/>
    </dgm:pt>
    <dgm:pt modelId="{59A468BE-4A54-4C35-914E-B5439DC9E7C9}" type="pres">
      <dgm:prSet presAssocID="{D2385A47-920E-4DA1-8582-6932CDDE46D8}" presName="negativeSpace" presStyleCnt="0"/>
      <dgm:spPr/>
    </dgm:pt>
    <dgm:pt modelId="{F7587300-7698-421B-B7D6-E7E7C7C60DEA}" type="pres">
      <dgm:prSet presAssocID="{D2385A47-920E-4DA1-8582-6932CDDE46D8}" presName="childText" presStyleLbl="conFgAcc1" presStyleIdx="0" presStyleCnt="7">
        <dgm:presLayoutVars>
          <dgm:bulletEnabled val="1"/>
        </dgm:presLayoutVars>
      </dgm:prSet>
      <dgm:spPr/>
    </dgm:pt>
    <dgm:pt modelId="{2CE9B432-8B2B-4A01-B666-A23BAAFD9D4F}" type="pres">
      <dgm:prSet presAssocID="{4F689BEC-A3B0-4DE0-9B3A-80FA99E1017D}" presName="spaceBetweenRectangles" presStyleCnt="0"/>
      <dgm:spPr/>
    </dgm:pt>
    <dgm:pt modelId="{5CB57F06-DFC9-4FA6-A96C-6CACD5D06D2E}" type="pres">
      <dgm:prSet presAssocID="{7F98177E-DC12-4429-BB8F-3A1460566FEF}" presName="parentLin" presStyleCnt="0"/>
      <dgm:spPr/>
    </dgm:pt>
    <dgm:pt modelId="{E650663D-3941-49B4-A55E-11D8B905CA31}" type="pres">
      <dgm:prSet presAssocID="{7F98177E-DC12-4429-BB8F-3A1460566FEF}" presName="parentLeftMargin" presStyleLbl="node1" presStyleIdx="0" presStyleCnt="7"/>
      <dgm:spPr/>
    </dgm:pt>
    <dgm:pt modelId="{ED8C7E81-C37B-44C4-B643-177E035DA27B}" type="pres">
      <dgm:prSet presAssocID="{7F98177E-DC12-4429-BB8F-3A1460566FEF}" presName="parentText" presStyleLbl="node1" presStyleIdx="1" presStyleCnt="7">
        <dgm:presLayoutVars>
          <dgm:chMax val="0"/>
          <dgm:bulletEnabled val="1"/>
        </dgm:presLayoutVars>
      </dgm:prSet>
      <dgm:spPr/>
    </dgm:pt>
    <dgm:pt modelId="{E1821650-49CD-4F07-A425-440DBDC44C78}" type="pres">
      <dgm:prSet presAssocID="{7F98177E-DC12-4429-BB8F-3A1460566FEF}" presName="negativeSpace" presStyleCnt="0"/>
      <dgm:spPr/>
    </dgm:pt>
    <dgm:pt modelId="{58C930DA-86C4-4F04-9E22-E64114A1F02F}" type="pres">
      <dgm:prSet presAssocID="{7F98177E-DC12-4429-BB8F-3A1460566FEF}" presName="childText" presStyleLbl="conFgAcc1" presStyleIdx="1" presStyleCnt="7">
        <dgm:presLayoutVars>
          <dgm:bulletEnabled val="1"/>
        </dgm:presLayoutVars>
      </dgm:prSet>
      <dgm:spPr/>
    </dgm:pt>
    <dgm:pt modelId="{37B70FC7-5E11-4E17-BC63-F24DA9F71CE1}" type="pres">
      <dgm:prSet presAssocID="{92966A45-E5EE-415B-9153-00F0D6FF9D78}" presName="spaceBetweenRectangles" presStyleCnt="0"/>
      <dgm:spPr/>
    </dgm:pt>
    <dgm:pt modelId="{C2F31BD5-E000-44B2-BF68-243811501727}" type="pres">
      <dgm:prSet presAssocID="{EE4009FC-3B1E-4B99-AD5F-E66FB71EFFD3}" presName="parentLin" presStyleCnt="0"/>
      <dgm:spPr/>
    </dgm:pt>
    <dgm:pt modelId="{07FE1355-82BC-4CE6-891D-20777B2F1477}" type="pres">
      <dgm:prSet presAssocID="{EE4009FC-3B1E-4B99-AD5F-E66FB71EFFD3}" presName="parentLeftMargin" presStyleLbl="node1" presStyleIdx="1" presStyleCnt="7"/>
      <dgm:spPr/>
    </dgm:pt>
    <dgm:pt modelId="{F03EC038-F61E-49B4-86EE-9240DF54C14E}" type="pres">
      <dgm:prSet presAssocID="{EE4009FC-3B1E-4B99-AD5F-E66FB71EFFD3}" presName="parentText" presStyleLbl="node1" presStyleIdx="2" presStyleCnt="7">
        <dgm:presLayoutVars>
          <dgm:chMax val="0"/>
          <dgm:bulletEnabled val="1"/>
        </dgm:presLayoutVars>
      </dgm:prSet>
      <dgm:spPr/>
    </dgm:pt>
    <dgm:pt modelId="{BB727AF3-5377-4F4E-8BE3-840944C199BA}" type="pres">
      <dgm:prSet presAssocID="{EE4009FC-3B1E-4B99-AD5F-E66FB71EFFD3}" presName="negativeSpace" presStyleCnt="0"/>
      <dgm:spPr/>
    </dgm:pt>
    <dgm:pt modelId="{06772BFD-ED5A-4618-96C5-0884943A67E1}" type="pres">
      <dgm:prSet presAssocID="{EE4009FC-3B1E-4B99-AD5F-E66FB71EFFD3}" presName="childText" presStyleLbl="conFgAcc1" presStyleIdx="2" presStyleCnt="7">
        <dgm:presLayoutVars>
          <dgm:bulletEnabled val="1"/>
        </dgm:presLayoutVars>
      </dgm:prSet>
      <dgm:spPr/>
    </dgm:pt>
    <dgm:pt modelId="{9DE3625D-E911-47F9-9AEE-97ADBC0FFC65}" type="pres">
      <dgm:prSet presAssocID="{1C062080-C169-4676-B793-98ECFAC0B23A}" presName="spaceBetweenRectangles" presStyleCnt="0"/>
      <dgm:spPr/>
    </dgm:pt>
    <dgm:pt modelId="{6752FCBD-6428-4BC3-820F-33DAB253BBC9}" type="pres">
      <dgm:prSet presAssocID="{9E910F21-188F-4B49-9408-2DA9CCE16084}" presName="parentLin" presStyleCnt="0"/>
      <dgm:spPr/>
    </dgm:pt>
    <dgm:pt modelId="{59F03F79-B5E1-4C1B-8437-720F57C60F82}" type="pres">
      <dgm:prSet presAssocID="{9E910F21-188F-4B49-9408-2DA9CCE16084}" presName="parentLeftMargin" presStyleLbl="node1" presStyleIdx="2" presStyleCnt="7"/>
      <dgm:spPr/>
    </dgm:pt>
    <dgm:pt modelId="{037A6E7F-2A68-4EC8-A5CB-F5CE83D3A0C4}" type="pres">
      <dgm:prSet presAssocID="{9E910F21-188F-4B49-9408-2DA9CCE16084}" presName="parentText" presStyleLbl="node1" presStyleIdx="3" presStyleCnt="7">
        <dgm:presLayoutVars>
          <dgm:chMax val="0"/>
          <dgm:bulletEnabled val="1"/>
        </dgm:presLayoutVars>
      </dgm:prSet>
      <dgm:spPr/>
    </dgm:pt>
    <dgm:pt modelId="{7106FA7F-79BA-4743-903A-77D00AD10686}" type="pres">
      <dgm:prSet presAssocID="{9E910F21-188F-4B49-9408-2DA9CCE16084}" presName="negativeSpace" presStyleCnt="0"/>
      <dgm:spPr/>
    </dgm:pt>
    <dgm:pt modelId="{4A8F20DC-0EEC-4837-81FB-03F25970149F}" type="pres">
      <dgm:prSet presAssocID="{9E910F21-188F-4B49-9408-2DA9CCE16084}" presName="childText" presStyleLbl="conFgAcc1" presStyleIdx="3" presStyleCnt="7">
        <dgm:presLayoutVars>
          <dgm:bulletEnabled val="1"/>
        </dgm:presLayoutVars>
      </dgm:prSet>
      <dgm:spPr/>
    </dgm:pt>
    <dgm:pt modelId="{2602DC16-7F15-426C-B3FC-58E93A86EF50}" type="pres">
      <dgm:prSet presAssocID="{B474B7B6-D91D-494C-9621-09010117C87A}" presName="spaceBetweenRectangles" presStyleCnt="0"/>
      <dgm:spPr/>
    </dgm:pt>
    <dgm:pt modelId="{00D757F0-72B6-4A1F-988C-E37D02DEDC05}" type="pres">
      <dgm:prSet presAssocID="{E16CE653-077B-466E-AB53-E2AEF7904B52}" presName="parentLin" presStyleCnt="0"/>
      <dgm:spPr/>
    </dgm:pt>
    <dgm:pt modelId="{BE624FDD-B173-4DF4-A159-842AC88281CA}" type="pres">
      <dgm:prSet presAssocID="{E16CE653-077B-466E-AB53-E2AEF7904B52}" presName="parentLeftMargin" presStyleLbl="node1" presStyleIdx="3" presStyleCnt="7"/>
      <dgm:spPr/>
    </dgm:pt>
    <dgm:pt modelId="{FED95FE5-99BE-49A6-926A-3F1D1C227B3C}" type="pres">
      <dgm:prSet presAssocID="{E16CE653-077B-466E-AB53-E2AEF7904B52}" presName="parentText" presStyleLbl="node1" presStyleIdx="4" presStyleCnt="7">
        <dgm:presLayoutVars>
          <dgm:chMax val="0"/>
          <dgm:bulletEnabled val="1"/>
        </dgm:presLayoutVars>
      </dgm:prSet>
      <dgm:spPr/>
    </dgm:pt>
    <dgm:pt modelId="{5F0A4AE2-3325-48B5-9CAD-8266A2E0554B}" type="pres">
      <dgm:prSet presAssocID="{E16CE653-077B-466E-AB53-E2AEF7904B52}" presName="negativeSpace" presStyleCnt="0"/>
      <dgm:spPr/>
    </dgm:pt>
    <dgm:pt modelId="{8CDD4D76-2640-47FE-AFA7-CB82E9B4A197}" type="pres">
      <dgm:prSet presAssocID="{E16CE653-077B-466E-AB53-E2AEF7904B52}" presName="childText" presStyleLbl="conFgAcc1" presStyleIdx="4" presStyleCnt="7">
        <dgm:presLayoutVars>
          <dgm:bulletEnabled val="1"/>
        </dgm:presLayoutVars>
      </dgm:prSet>
      <dgm:spPr/>
    </dgm:pt>
    <dgm:pt modelId="{50FD6A8B-D547-4A1E-8DF4-54CA7D95BD4D}" type="pres">
      <dgm:prSet presAssocID="{B4704B45-E315-480B-A51C-EE5DBE134A9B}" presName="spaceBetweenRectangles" presStyleCnt="0"/>
      <dgm:spPr/>
    </dgm:pt>
    <dgm:pt modelId="{64EDDD6A-C05E-4326-8BBD-1A18DE858153}" type="pres">
      <dgm:prSet presAssocID="{BC7D4C31-33D6-4564-802F-C2174E353641}" presName="parentLin" presStyleCnt="0"/>
      <dgm:spPr/>
    </dgm:pt>
    <dgm:pt modelId="{D11027A7-538F-4ED9-976E-EB3943887201}" type="pres">
      <dgm:prSet presAssocID="{BC7D4C31-33D6-4564-802F-C2174E353641}" presName="parentLeftMargin" presStyleLbl="node1" presStyleIdx="4" presStyleCnt="7"/>
      <dgm:spPr/>
    </dgm:pt>
    <dgm:pt modelId="{4F4DF222-5F74-46ED-9658-C15CE57A3F45}" type="pres">
      <dgm:prSet presAssocID="{BC7D4C31-33D6-4564-802F-C2174E353641}" presName="parentText" presStyleLbl="node1" presStyleIdx="5" presStyleCnt="7">
        <dgm:presLayoutVars>
          <dgm:chMax val="0"/>
          <dgm:bulletEnabled val="1"/>
        </dgm:presLayoutVars>
      </dgm:prSet>
      <dgm:spPr/>
    </dgm:pt>
    <dgm:pt modelId="{3CB778C5-A6F2-4185-BB75-F99F441139A7}" type="pres">
      <dgm:prSet presAssocID="{BC7D4C31-33D6-4564-802F-C2174E353641}" presName="negativeSpace" presStyleCnt="0"/>
      <dgm:spPr/>
    </dgm:pt>
    <dgm:pt modelId="{E1EF5A9C-F5AC-4BB9-9CE7-DCDBD59AADDB}" type="pres">
      <dgm:prSet presAssocID="{BC7D4C31-33D6-4564-802F-C2174E353641}" presName="childText" presStyleLbl="conFgAcc1" presStyleIdx="5" presStyleCnt="7">
        <dgm:presLayoutVars>
          <dgm:bulletEnabled val="1"/>
        </dgm:presLayoutVars>
      </dgm:prSet>
      <dgm:spPr/>
    </dgm:pt>
    <dgm:pt modelId="{F48201E7-AC58-4343-AE6A-ED70E0424751}" type="pres">
      <dgm:prSet presAssocID="{4ADB1724-0CDA-40B0-8FEC-C074E85CE81A}" presName="spaceBetweenRectangles" presStyleCnt="0"/>
      <dgm:spPr/>
    </dgm:pt>
    <dgm:pt modelId="{A22E905B-0C9B-4907-AF91-260663EB09EA}" type="pres">
      <dgm:prSet presAssocID="{01BB1354-A853-4578-A240-A046A2CE0BD7}" presName="parentLin" presStyleCnt="0"/>
      <dgm:spPr/>
    </dgm:pt>
    <dgm:pt modelId="{7991DCB5-BD2F-4631-9C9D-91AFD6854EE3}" type="pres">
      <dgm:prSet presAssocID="{01BB1354-A853-4578-A240-A046A2CE0BD7}" presName="parentLeftMargin" presStyleLbl="node1" presStyleIdx="5" presStyleCnt="7"/>
      <dgm:spPr/>
    </dgm:pt>
    <dgm:pt modelId="{EB4942CD-2654-414D-8A75-7FBEF3551618}" type="pres">
      <dgm:prSet presAssocID="{01BB1354-A853-4578-A240-A046A2CE0BD7}" presName="parentText" presStyleLbl="node1" presStyleIdx="6" presStyleCnt="7">
        <dgm:presLayoutVars>
          <dgm:chMax val="0"/>
          <dgm:bulletEnabled val="1"/>
        </dgm:presLayoutVars>
      </dgm:prSet>
      <dgm:spPr/>
    </dgm:pt>
    <dgm:pt modelId="{B458DDF7-F70D-4834-BDFE-40464EFCE553}" type="pres">
      <dgm:prSet presAssocID="{01BB1354-A853-4578-A240-A046A2CE0BD7}" presName="negativeSpace" presStyleCnt="0"/>
      <dgm:spPr/>
    </dgm:pt>
    <dgm:pt modelId="{65209B11-1112-4021-97E4-AB25568043AC}" type="pres">
      <dgm:prSet presAssocID="{01BB1354-A853-4578-A240-A046A2CE0BD7}" presName="childText" presStyleLbl="conFgAcc1" presStyleIdx="6" presStyleCnt="7">
        <dgm:presLayoutVars>
          <dgm:bulletEnabled val="1"/>
        </dgm:presLayoutVars>
      </dgm:prSet>
      <dgm:spPr/>
    </dgm:pt>
  </dgm:ptLst>
  <dgm:cxnLst>
    <dgm:cxn modelId="{25A8160E-F7FA-4E80-8DE8-4B1B4DFA2C9B}" srcId="{E120B4D6-3089-4804-9E6C-9DAB9DD8FECC}" destId="{BC7D4C31-33D6-4564-802F-C2174E353641}" srcOrd="5" destOrd="0" parTransId="{213C1DBF-87C9-428E-B7BE-EED10871DF74}" sibTransId="{4ADB1724-0CDA-40B0-8FEC-C074E85CE81A}"/>
    <dgm:cxn modelId="{8F285520-7DD3-45EC-B990-6A4287094256}" type="presOf" srcId="{7F98177E-DC12-4429-BB8F-3A1460566FEF}" destId="{E650663D-3941-49B4-A55E-11D8B905CA31}" srcOrd="0" destOrd="0" presId="urn:microsoft.com/office/officeart/2005/8/layout/list1"/>
    <dgm:cxn modelId="{75CB492C-D7D8-4DA8-B68F-205135588B72}" srcId="{E120B4D6-3089-4804-9E6C-9DAB9DD8FECC}" destId="{EE4009FC-3B1E-4B99-AD5F-E66FB71EFFD3}" srcOrd="2" destOrd="0" parTransId="{FA63887E-8755-4F12-8DC8-D30BD7C4572F}" sibTransId="{1C062080-C169-4676-B793-98ECFAC0B23A}"/>
    <dgm:cxn modelId="{C38EB031-6759-49D1-85D7-8151F8408A87}" type="presOf" srcId="{01BB1354-A853-4578-A240-A046A2CE0BD7}" destId="{EB4942CD-2654-414D-8A75-7FBEF3551618}" srcOrd="1" destOrd="0" presId="urn:microsoft.com/office/officeart/2005/8/layout/list1"/>
    <dgm:cxn modelId="{8E9A3932-852C-455E-A674-37BCF77DC017}" type="presOf" srcId="{BC7D4C31-33D6-4564-802F-C2174E353641}" destId="{D11027A7-538F-4ED9-976E-EB3943887201}" srcOrd="0" destOrd="0" presId="urn:microsoft.com/office/officeart/2005/8/layout/list1"/>
    <dgm:cxn modelId="{2490A536-6598-4863-BE10-23EF85D22AE8}" srcId="{E120B4D6-3089-4804-9E6C-9DAB9DD8FECC}" destId="{7F98177E-DC12-4429-BB8F-3A1460566FEF}" srcOrd="1" destOrd="0" parTransId="{B95C2FAD-CB11-491A-8048-F6377547A199}" sibTransId="{92966A45-E5EE-415B-9153-00F0D6FF9D78}"/>
    <dgm:cxn modelId="{CB35C736-989E-45E2-8220-52671A12D264}" type="presOf" srcId="{EE4009FC-3B1E-4B99-AD5F-E66FB71EFFD3}" destId="{F03EC038-F61E-49B4-86EE-9240DF54C14E}" srcOrd="1" destOrd="0" presId="urn:microsoft.com/office/officeart/2005/8/layout/list1"/>
    <dgm:cxn modelId="{7020203C-FDCE-435B-A67B-FD29E3D37492}" srcId="{E120B4D6-3089-4804-9E6C-9DAB9DD8FECC}" destId="{01BB1354-A853-4578-A240-A046A2CE0BD7}" srcOrd="6" destOrd="0" parTransId="{F94F8EFD-3B9B-485F-8029-03EFFBC06158}" sibTransId="{4B0E14DC-0184-42E5-B961-847599A5262A}"/>
    <dgm:cxn modelId="{99604B40-6F25-4798-BDBE-E33479C1D39F}" type="presOf" srcId="{9E910F21-188F-4B49-9408-2DA9CCE16084}" destId="{037A6E7F-2A68-4EC8-A5CB-F5CE83D3A0C4}" srcOrd="1" destOrd="0" presId="urn:microsoft.com/office/officeart/2005/8/layout/list1"/>
    <dgm:cxn modelId="{493BD55D-513A-4701-869D-839BDA6DB9C2}" type="presOf" srcId="{9E910F21-188F-4B49-9408-2DA9CCE16084}" destId="{59F03F79-B5E1-4C1B-8437-720F57C60F82}" srcOrd="0" destOrd="0" presId="urn:microsoft.com/office/officeart/2005/8/layout/list1"/>
    <dgm:cxn modelId="{1E71BB5F-0C6E-4567-A140-9BDCEBAB25EE}" srcId="{E120B4D6-3089-4804-9E6C-9DAB9DD8FECC}" destId="{D2385A47-920E-4DA1-8582-6932CDDE46D8}" srcOrd="0" destOrd="0" parTransId="{CA62D69C-59B3-4C01-819C-0276A1955472}" sibTransId="{4F689BEC-A3B0-4DE0-9B3A-80FA99E1017D}"/>
    <dgm:cxn modelId="{37C2CA43-FBAF-4705-A25F-83E00179A50D}" type="presOf" srcId="{E16CE653-077B-466E-AB53-E2AEF7904B52}" destId="{FED95FE5-99BE-49A6-926A-3F1D1C227B3C}" srcOrd="1" destOrd="0" presId="urn:microsoft.com/office/officeart/2005/8/layout/list1"/>
    <dgm:cxn modelId="{25F00F50-367A-4B15-9532-D28423F197CF}" type="presOf" srcId="{E120B4D6-3089-4804-9E6C-9DAB9DD8FECC}" destId="{E84F1FA1-7400-408B-A2EE-D72A4012F722}" srcOrd="0" destOrd="0" presId="urn:microsoft.com/office/officeart/2005/8/layout/list1"/>
    <dgm:cxn modelId="{CA008E72-DB79-4D3D-803E-639CC88A4FDD}" type="presOf" srcId="{01BB1354-A853-4578-A240-A046A2CE0BD7}" destId="{7991DCB5-BD2F-4631-9C9D-91AFD6854EE3}" srcOrd="0" destOrd="0" presId="urn:microsoft.com/office/officeart/2005/8/layout/list1"/>
    <dgm:cxn modelId="{7D4CB772-FEBE-4A16-B40D-534EFDF827F3}" type="presOf" srcId="{D2385A47-920E-4DA1-8582-6932CDDE46D8}" destId="{1429F40B-5B58-437C-8617-C04D01DF0074}" srcOrd="1" destOrd="0" presId="urn:microsoft.com/office/officeart/2005/8/layout/list1"/>
    <dgm:cxn modelId="{CCC00DB0-9F2B-4868-89DA-F7147C39FC73}" type="presOf" srcId="{EE4009FC-3B1E-4B99-AD5F-E66FB71EFFD3}" destId="{07FE1355-82BC-4CE6-891D-20777B2F1477}" srcOrd="0" destOrd="0" presId="urn:microsoft.com/office/officeart/2005/8/layout/list1"/>
    <dgm:cxn modelId="{DB2E68C5-7CDF-4B48-AC4E-CDA950F7875E}" type="presOf" srcId="{BC7D4C31-33D6-4564-802F-C2174E353641}" destId="{4F4DF222-5F74-46ED-9658-C15CE57A3F45}" srcOrd="1" destOrd="0" presId="urn:microsoft.com/office/officeart/2005/8/layout/list1"/>
    <dgm:cxn modelId="{729296E1-B569-4DE8-8187-76DAFD1B154F}" type="presOf" srcId="{D2385A47-920E-4DA1-8582-6932CDDE46D8}" destId="{76B5EEF9-6A0E-4507-AD65-859F803C7267}" srcOrd="0" destOrd="0" presId="urn:microsoft.com/office/officeart/2005/8/layout/list1"/>
    <dgm:cxn modelId="{38138DE2-3BD3-4490-94B3-5197A35288FA}" type="presOf" srcId="{7F98177E-DC12-4429-BB8F-3A1460566FEF}" destId="{ED8C7E81-C37B-44C4-B643-177E035DA27B}" srcOrd="1" destOrd="0" presId="urn:microsoft.com/office/officeart/2005/8/layout/list1"/>
    <dgm:cxn modelId="{3EB498EF-3364-4FC5-A183-B48F0E816B60}" type="presOf" srcId="{E16CE653-077B-466E-AB53-E2AEF7904B52}" destId="{BE624FDD-B173-4DF4-A159-842AC88281CA}" srcOrd="0" destOrd="0" presId="urn:microsoft.com/office/officeart/2005/8/layout/list1"/>
    <dgm:cxn modelId="{5E3948F3-2AED-42CF-86C1-E9BE6B15B16B}" srcId="{E120B4D6-3089-4804-9E6C-9DAB9DD8FECC}" destId="{E16CE653-077B-466E-AB53-E2AEF7904B52}" srcOrd="4" destOrd="0" parTransId="{C71DF790-C307-4E37-8CDF-0747793D8EB8}" sibTransId="{B4704B45-E315-480B-A51C-EE5DBE134A9B}"/>
    <dgm:cxn modelId="{09CD15FF-553F-4D72-AF21-EB59FF1F2712}" srcId="{E120B4D6-3089-4804-9E6C-9DAB9DD8FECC}" destId="{9E910F21-188F-4B49-9408-2DA9CCE16084}" srcOrd="3" destOrd="0" parTransId="{058956BA-C79D-4E8C-BC68-2A074A92FFAC}" sibTransId="{B474B7B6-D91D-494C-9621-09010117C87A}"/>
    <dgm:cxn modelId="{E1DDBE60-DA23-489B-AB51-9E85F0916A7F}" type="presParOf" srcId="{E84F1FA1-7400-408B-A2EE-D72A4012F722}" destId="{CB099B05-14A5-4A43-8AF7-CCFF71461F16}" srcOrd="0" destOrd="0" presId="urn:microsoft.com/office/officeart/2005/8/layout/list1"/>
    <dgm:cxn modelId="{91270D6B-78D8-4CBC-973B-3503D49ADE53}" type="presParOf" srcId="{CB099B05-14A5-4A43-8AF7-CCFF71461F16}" destId="{76B5EEF9-6A0E-4507-AD65-859F803C7267}" srcOrd="0" destOrd="0" presId="urn:microsoft.com/office/officeart/2005/8/layout/list1"/>
    <dgm:cxn modelId="{3DBBC706-3ED5-4BAD-8C43-FDB0097E268E}" type="presParOf" srcId="{CB099B05-14A5-4A43-8AF7-CCFF71461F16}" destId="{1429F40B-5B58-437C-8617-C04D01DF0074}" srcOrd="1" destOrd="0" presId="urn:microsoft.com/office/officeart/2005/8/layout/list1"/>
    <dgm:cxn modelId="{D5EB54DB-8BF5-47A6-92F4-6668A93D8665}" type="presParOf" srcId="{E84F1FA1-7400-408B-A2EE-D72A4012F722}" destId="{59A468BE-4A54-4C35-914E-B5439DC9E7C9}" srcOrd="1" destOrd="0" presId="urn:microsoft.com/office/officeart/2005/8/layout/list1"/>
    <dgm:cxn modelId="{8ACE6346-E568-4E21-BD0D-39ACCB47D6A1}" type="presParOf" srcId="{E84F1FA1-7400-408B-A2EE-D72A4012F722}" destId="{F7587300-7698-421B-B7D6-E7E7C7C60DEA}" srcOrd="2" destOrd="0" presId="urn:microsoft.com/office/officeart/2005/8/layout/list1"/>
    <dgm:cxn modelId="{4F3FA17E-9FD2-4AE5-BFB3-6C7869F136B3}" type="presParOf" srcId="{E84F1FA1-7400-408B-A2EE-D72A4012F722}" destId="{2CE9B432-8B2B-4A01-B666-A23BAAFD9D4F}" srcOrd="3" destOrd="0" presId="urn:microsoft.com/office/officeart/2005/8/layout/list1"/>
    <dgm:cxn modelId="{3FD88D11-F53D-41DA-B672-E9BE8CB1DFF7}" type="presParOf" srcId="{E84F1FA1-7400-408B-A2EE-D72A4012F722}" destId="{5CB57F06-DFC9-4FA6-A96C-6CACD5D06D2E}" srcOrd="4" destOrd="0" presId="urn:microsoft.com/office/officeart/2005/8/layout/list1"/>
    <dgm:cxn modelId="{98BEE052-7F7C-4E29-91E9-E7FF90D80FDF}" type="presParOf" srcId="{5CB57F06-DFC9-4FA6-A96C-6CACD5D06D2E}" destId="{E650663D-3941-49B4-A55E-11D8B905CA31}" srcOrd="0" destOrd="0" presId="urn:microsoft.com/office/officeart/2005/8/layout/list1"/>
    <dgm:cxn modelId="{60148425-52A3-45EE-A7DE-4253FD731056}" type="presParOf" srcId="{5CB57F06-DFC9-4FA6-A96C-6CACD5D06D2E}" destId="{ED8C7E81-C37B-44C4-B643-177E035DA27B}" srcOrd="1" destOrd="0" presId="urn:microsoft.com/office/officeart/2005/8/layout/list1"/>
    <dgm:cxn modelId="{1C99A883-D0C8-4D7A-B928-BE8FD0C8B3AB}" type="presParOf" srcId="{E84F1FA1-7400-408B-A2EE-D72A4012F722}" destId="{E1821650-49CD-4F07-A425-440DBDC44C78}" srcOrd="5" destOrd="0" presId="urn:microsoft.com/office/officeart/2005/8/layout/list1"/>
    <dgm:cxn modelId="{352726D0-C566-4814-B335-752A8F62B5CB}" type="presParOf" srcId="{E84F1FA1-7400-408B-A2EE-D72A4012F722}" destId="{58C930DA-86C4-4F04-9E22-E64114A1F02F}" srcOrd="6" destOrd="0" presId="urn:microsoft.com/office/officeart/2005/8/layout/list1"/>
    <dgm:cxn modelId="{34D94DDF-0E21-4C80-A4F0-AA20B642E169}" type="presParOf" srcId="{E84F1FA1-7400-408B-A2EE-D72A4012F722}" destId="{37B70FC7-5E11-4E17-BC63-F24DA9F71CE1}" srcOrd="7" destOrd="0" presId="urn:microsoft.com/office/officeart/2005/8/layout/list1"/>
    <dgm:cxn modelId="{50017C81-AAAF-4879-AF82-C33F7D1D91F9}" type="presParOf" srcId="{E84F1FA1-7400-408B-A2EE-D72A4012F722}" destId="{C2F31BD5-E000-44B2-BF68-243811501727}" srcOrd="8" destOrd="0" presId="urn:microsoft.com/office/officeart/2005/8/layout/list1"/>
    <dgm:cxn modelId="{20DFA810-CA73-4ECA-A666-FF6474245770}" type="presParOf" srcId="{C2F31BD5-E000-44B2-BF68-243811501727}" destId="{07FE1355-82BC-4CE6-891D-20777B2F1477}" srcOrd="0" destOrd="0" presId="urn:microsoft.com/office/officeart/2005/8/layout/list1"/>
    <dgm:cxn modelId="{C76C317F-D39B-42AA-91A1-6A2965C007F0}" type="presParOf" srcId="{C2F31BD5-E000-44B2-BF68-243811501727}" destId="{F03EC038-F61E-49B4-86EE-9240DF54C14E}" srcOrd="1" destOrd="0" presId="urn:microsoft.com/office/officeart/2005/8/layout/list1"/>
    <dgm:cxn modelId="{ECC9EC73-8351-44CC-88ED-4DF296E711AB}" type="presParOf" srcId="{E84F1FA1-7400-408B-A2EE-D72A4012F722}" destId="{BB727AF3-5377-4F4E-8BE3-840944C199BA}" srcOrd="9" destOrd="0" presId="urn:microsoft.com/office/officeart/2005/8/layout/list1"/>
    <dgm:cxn modelId="{C5B3D28E-242D-470A-959F-1955222022D5}" type="presParOf" srcId="{E84F1FA1-7400-408B-A2EE-D72A4012F722}" destId="{06772BFD-ED5A-4618-96C5-0884943A67E1}" srcOrd="10" destOrd="0" presId="urn:microsoft.com/office/officeart/2005/8/layout/list1"/>
    <dgm:cxn modelId="{4C6EDDDD-FD5D-462B-8CEE-B28FE9F881AF}" type="presParOf" srcId="{E84F1FA1-7400-408B-A2EE-D72A4012F722}" destId="{9DE3625D-E911-47F9-9AEE-97ADBC0FFC65}" srcOrd="11" destOrd="0" presId="urn:microsoft.com/office/officeart/2005/8/layout/list1"/>
    <dgm:cxn modelId="{6F551B43-075A-4058-A2CE-A1D352B2ECB4}" type="presParOf" srcId="{E84F1FA1-7400-408B-A2EE-D72A4012F722}" destId="{6752FCBD-6428-4BC3-820F-33DAB253BBC9}" srcOrd="12" destOrd="0" presId="urn:microsoft.com/office/officeart/2005/8/layout/list1"/>
    <dgm:cxn modelId="{D0978EE5-8457-4CBE-85F6-B3645BB779DD}" type="presParOf" srcId="{6752FCBD-6428-4BC3-820F-33DAB253BBC9}" destId="{59F03F79-B5E1-4C1B-8437-720F57C60F82}" srcOrd="0" destOrd="0" presId="urn:microsoft.com/office/officeart/2005/8/layout/list1"/>
    <dgm:cxn modelId="{F99165E7-665A-4DF5-983D-AC80D4E033BB}" type="presParOf" srcId="{6752FCBD-6428-4BC3-820F-33DAB253BBC9}" destId="{037A6E7F-2A68-4EC8-A5CB-F5CE83D3A0C4}" srcOrd="1" destOrd="0" presId="urn:microsoft.com/office/officeart/2005/8/layout/list1"/>
    <dgm:cxn modelId="{C2519007-1491-48CD-AC58-1053DFE042DB}" type="presParOf" srcId="{E84F1FA1-7400-408B-A2EE-D72A4012F722}" destId="{7106FA7F-79BA-4743-903A-77D00AD10686}" srcOrd="13" destOrd="0" presId="urn:microsoft.com/office/officeart/2005/8/layout/list1"/>
    <dgm:cxn modelId="{998E966E-B8BE-4FA3-8A71-225371ABF9AC}" type="presParOf" srcId="{E84F1FA1-7400-408B-A2EE-D72A4012F722}" destId="{4A8F20DC-0EEC-4837-81FB-03F25970149F}" srcOrd="14" destOrd="0" presId="urn:microsoft.com/office/officeart/2005/8/layout/list1"/>
    <dgm:cxn modelId="{3E60FEF1-B2D3-4501-B274-952F067F8735}" type="presParOf" srcId="{E84F1FA1-7400-408B-A2EE-D72A4012F722}" destId="{2602DC16-7F15-426C-B3FC-58E93A86EF50}" srcOrd="15" destOrd="0" presId="urn:microsoft.com/office/officeart/2005/8/layout/list1"/>
    <dgm:cxn modelId="{78A47707-0E15-49C3-89B2-0356311417D4}" type="presParOf" srcId="{E84F1FA1-7400-408B-A2EE-D72A4012F722}" destId="{00D757F0-72B6-4A1F-988C-E37D02DEDC05}" srcOrd="16" destOrd="0" presId="urn:microsoft.com/office/officeart/2005/8/layout/list1"/>
    <dgm:cxn modelId="{5C8D7FC3-D938-47B6-8DAB-04F5510F6989}" type="presParOf" srcId="{00D757F0-72B6-4A1F-988C-E37D02DEDC05}" destId="{BE624FDD-B173-4DF4-A159-842AC88281CA}" srcOrd="0" destOrd="0" presId="urn:microsoft.com/office/officeart/2005/8/layout/list1"/>
    <dgm:cxn modelId="{C80B5BE6-7AF5-4811-B416-BA96A1D214A4}" type="presParOf" srcId="{00D757F0-72B6-4A1F-988C-E37D02DEDC05}" destId="{FED95FE5-99BE-49A6-926A-3F1D1C227B3C}" srcOrd="1" destOrd="0" presId="urn:microsoft.com/office/officeart/2005/8/layout/list1"/>
    <dgm:cxn modelId="{CC320C02-55E2-41DC-B332-F00225840B17}" type="presParOf" srcId="{E84F1FA1-7400-408B-A2EE-D72A4012F722}" destId="{5F0A4AE2-3325-48B5-9CAD-8266A2E0554B}" srcOrd="17" destOrd="0" presId="urn:microsoft.com/office/officeart/2005/8/layout/list1"/>
    <dgm:cxn modelId="{9722925C-A7AA-455B-AA35-3F7A877D7FE3}" type="presParOf" srcId="{E84F1FA1-7400-408B-A2EE-D72A4012F722}" destId="{8CDD4D76-2640-47FE-AFA7-CB82E9B4A197}" srcOrd="18" destOrd="0" presId="urn:microsoft.com/office/officeart/2005/8/layout/list1"/>
    <dgm:cxn modelId="{C0458CE1-50F6-44C3-89CB-96D0E0B6F973}" type="presParOf" srcId="{E84F1FA1-7400-408B-A2EE-D72A4012F722}" destId="{50FD6A8B-D547-4A1E-8DF4-54CA7D95BD4D}" srcOrd="19" destOrd="0" presId="urn:microsoft.com/office/officeart/2005/8/layout/list1"/>
    <dgm:cxn modelId="{789D6CFC-A17D-454C-A932-EA4D77E975B3}" type="presParOf" srcId="{E84F1FA1-7400-408B-A2EE-D72A4012F722}" destId="{64EDDD6A-C05E-4326-8BBD-1A18DE858153}" srcOrd="20" destOrd="0" presId="urn:microsoft.com/office/officeart/2005/8/layout/list1"/>
    <dgm:cxn modelId="{60EA3627-6C41-4A9F-8BD8-ECEE7FCAEAD4}" type="presParOf" srcId="{64EDDD6A-C05E-4326-8BBD-1A18DE858153}" destId="{D11027A7-538F-4ED9-976E-EB3943887201}" srcOrd="0" destOrd="0" presId="urn:microsoft.com/office/officeart/2005/8/layout/list1"/>
    <dgm:cxn modelId="{1B33AB99-BCE1-4583-9FF9-AD26D030B811}" type="presParOf" srcId="{64EDDD6A-C05E-4326-8BBD-1A18DE858153}" destId="{4F4DF222-5F74-46ED-9658-C15CE57A3F45}" srcOrd="1" destOrd="0" presId="urn:microsoft.com/office/officeart/2005/8/layout/list1"/>
    <dgm:cxn modelId="{5CE22CA3-EB07-455D-B8FA-D3DEF4FD351B}" type="presParOf" srcId="{E84F1FA1-7400-408B-A2EE-D72A4012F722}" destId="{3CB778C5-A6F2-4185-BB75-F99F441139A7}" srcOrd="21" destOrd="0" presId="urn:microsoft.com/office/officeart/2005/8/layout/list1"/>
    <dgm:cxn modelId="{470E83F7-C49F-4B99-AF31-0B8FA8D51F61}" type="presParOf" srcId="{E84F1FA1-7400-408B-A2EE-D72A4012F722}" destId="{E1EF5A9C-F5AC-4BB9-9CE7-DCDBD59AADDB}" srcOrd="22" destOrd="0" presId="urn:microsoft.com/office/officeart/2005/8/layout/list1"/>
    <dgm:cxn modelId="{CE845520-F8AB-4964-A658-636A6538C55E}" type="presParOf" srcId="{E84F1FA1-7400-408B-A2EE-D72A4012F722}" destId="{F48201E7-AC58-4343-AE6A-ED70E0424751}" srcOrd="23" destOrd="0" presId="urn:microsoft.com/office/officeart/2005/8/layout/list1"/>
    <dgm:cxn modelId="{AF189CFB-2BBF-4715-9A2B-6ADCCC6BF122}" type="presParOf" srcId="{E84F1FA1-7400-408B-A2EE-D72A4012F722}" destId="{A22E905B-0C9B-4907-AF91-260663EB09EA}" srcOrd="24" destOrd="0" presId="urn:microsoft.com/office/officeart/2005/8/layout/list1"/>
    <dgm:cxn modelId="{BD1AFD56-F7FA-4B95-8813-74D5DCC3B3E7}" type="presParOf" srcId="{A22E905B-0C9B-4907-AF91-260663EB09EA}" destId="{7991DCB5-BD2F-4631-9C9D-91AFD6854EE3}" srcOrd="0" destOrd="0" presId="urn:microsoft.com/office/officeart/2005/8/layout/list1"/>
    <dgm:cxn modelId="{A55BDD08-88AE-4A8D-B946-EEF41DF21F79}" type="presParOf" srcId="{A22E905B-0C9B-4907-AF91-260663EB09EA}" destId="{EB4942CD-2654-414D-8A75-7FBEF3551618}" srcOrd="1" destOrd="0" presId="urn:microsoft.com/office/officeart/2005/8/layout/list1"/>
    <dgm:cxn modelId="{346A9CC5-E6B4-4224-917C-4D9995CA67B0}" type="presParOf" srcId="{E84F1FA1-7400-408B-A2EE-D72A4012F722}" destId="{B458DDF7-F70D-4834-BDFE-40464EFCE553}" srcOrd="25" destOrd="0" presId="urn:microsoft.com/office/officeart/2005/8/layout/list1"/>
    <dgm:cxn modelId="{A3384DB0-0321-462B-B933-D0B2B5CAEACB}" type="presParOf" srcId="{E84F1FA1-7400-408B-A2EE-D72A4012F722}" destId="{65209B11-1112-4021-97E4-AB25568043AC}" srcOrd="2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7587300-7698-421B-B7D6-E7E7C7C60DEA}">
      <dsp:nvSpPr>
        <dsp:cNvPr id="0" name=""/>
        <dsp:cNvSpPr/>
      </dsp:nvSpPr>
      <dsp:spPr>
        <a:xfrm>
          <a:off x="0" y="208413"/>
          <a:ext cx="5310200" cy="2772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429F40B-5B58-437C-8617-C04D01DF0074}">
      <dsp:nvSpPr>
        <dsp:cNvPr id="0" name=""/>
        <dsp:cNvSpPr/>
      </dsp:nvSpPr>
      <dsp:spPr>
        <a:xfrm>
          <a:off x="265510" y="46053"/>
          <a:ext cx="3717140" cy="3247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499" tIns="0" rIns="140499" bIns="0" numCol="1" spcCol="1270" anchor="ctr" anchorCtr="0">
          <a:noAutofit/>
        </a:bodyPr>
        <a:lstStyle/>
        <a:p>
          <a:pPr marL="0" lvl="0" indent="0" algn="l" defTabSz="488950">
            <a:lnSpc>
              <a:spcPct val="90000"/>
            </a:lnSpc>
            <a:spcBef>
              <a:spcPct val="0"/>
            </a:spcBef>
            <a:spcAft>
              <a:spcPct val="35000"/>
            </a:spcAft>
            <a:buNone/>
          </a:pPr>
          <a:r>
            <a:rPr lang="en-US" sz="1100" kern="1200"/>
            <a:t>Background/Problem Statement</a:t>
          </a:r>
        </a:p>
      </dsp:txBody>
      <dsp:txXfrm>
        <a:off x="281362" y="61905"/>
        <a:ext cx="3685436" cy="293016"/>
      </dsp:txXfrm>
    </dsp:sp>
    <dsp:sp modelId="{58C930DA-86C4-4F04-9E22-E64114A1F02F}">
      <dsp:nvSpPr>
        <dsp:cNvPr id="0" name=""/>
        <dsp:cNvSpPr/>
      </dsp:nvSpPr>
      <dsp:spPr>
        <a:xfrm>
          <a:off x="0" y="707373"/>
          <a:ext cx="5310200" cy="2772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D8C7E81-C37B-44C4-B643-177E035DA27B}">
      <dsp:nvSpPr>
        <dsp:cNvPr id="0" name=""/>
        <dsp:cNvSpPr/>
      </dsp:nvSpPr>
      <dsp:spPr>
        <a:xfrm>
          <a:off x="265510" y="545013"/>
          <a:ext cx="3717140" cy="3247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499" tIns="0" rIns="140499" bIns="0" numCol="1" spcCol="1270" anchor="ctr" anchorCtr="0">
          <a:noAutofit/>
        </a:bodyPr>
        <a:lstStyle/>
        <a:p>
          <a:pPr marL="0" lvl="0" indent="0" algn="l" defTabSz="488950">
            <a:lnSpc>
              <a:spcPct val="90000"/>
            </a:lnSpc>
            <a:spcBef>
              <a:spcPct val="0"/>
            </a:spcBef>
            <a:spcAft>
              <a:spcPct val="35000"/>
            </a:spcAft>
            <a:buNone/>
          </a:pPr>
          <a:r>
            <a:rPr lang="en-US" sz="1100" kern="1200"/>
            <a:t>Key Requirements</a:t>
          </a:r>
        </a:p>
      </dsp:txBody>
      <dsp:txXfrm>
        <a:off x="281362" y="560865"/>
        <a:ext cx="3685436" cy="293016"/>
      </dsp:txXfrm>
    </dsp:sp>
    <dsp:sp modelId="{06772BFD-ED5A-4618-96C5-0884943A67E1}">
      <dsp:nvSpPr>
        <dsp:cNvPr id="0" name=""/>
        <dsp:cNvSpPr/>
      </dsp:nvSpPr>
      <dsp:spPr>
        <a:xfrm>
          <a:off x="0" y="1206333"/>
          <a:ext cx="5310200" cy="2772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03EC038-F61E-49B4-86EE-9240DF54C14E}">
      <dsp:nvSpPr>
        <dsp:cNvPr id="0" name=""/>
        <dsp:cNvSpPr/>
      </dsp:nvSpPr>
      <dsp:spPr>
        <a:xfrm>
          <a:off x="265510" y="1043973"/>
          <a:ext cx="3717140" cy="3247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499" tIns="0" rIns="140499" bIns="0" numCol="1" spcCol="1270" anchor="ctr" anchorCtr="0">
          <a:noAutofit/>
        </a:bodyPr>
        <a:lstStyle/>
        <a:p>
          <a:pPr marL="0" lvl="0" indent="0" algn="l" defTabSz="488950">
            <a:lnSpc>
              <a:spcPct val="90000"/>
            </a:lnSpc>
            <a:spcBef>
              <a:spcPct val="0"/>
            </a:spcBef>
            <a:spcAft>
              <a:spcPct val="35000"/>
            </a:spcAft>
            <a:buNone/>
          </a:pPr>
          <a:r>
            <a:rPr lang="en-US" sz="1100" kern="1200"/>
            <a:t>Technology</a:t>
          </a:r>
        </a:p>
      </dsp:txBody>
      <dsp:txXfrm>
        <a:off x="281362" y="1059825"/>
        <a:ext cx="3685436" cy="293016"/>
      </dsp:txXfrm>
    </dsp:sp>
    <dsp:sp modelId="{4A8F20DC-0EEC-4837-81FB-03F25970149F}">
      <dsp:nvSpPr>
        <dsp:cNvPr id="0" name=""/>
        <dsp:cNvSpPr/>
      </dsp:nvSpPr>
      <dsp:spPr>
        <a:xfrm>
          <a:off x="0" y="1705293"/>
          <a:ext cx="5310200" cy="2772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37A6E7F-2A68-4EC8-A5CB-F5CE83D3A0C4}">
      <dsp:nvSpPr>
        <dsp:cNvPr id="0" name=""/>
        <dsp:cNvSpPr/>
      </dsp:nvSpPr>
      <dsp:spPr>
        <a:xfrm>
          <a:off x="265510" y="1542933"/>
          <a:ext cx="3717140" cy="3247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499" tIns="0" rIns="140499" bIns="0" numCol="1" spcCol="1270" anchor="ctr" anchorCtr="0">
          <a:noAutofit/>
        </a:bodyPr>
        <a:lstStyle/>
        <a:p>
          <a:pPr marL="0" lvl="0" indent="0" algn="l" defTabSz="488950">
            <a:lnSpc>
              <a:spcPct val="90000"/>
            </a:lnSpc>
            <a:spcBef>
              <a:spcPct val="0"/>
            </a:spcBef>
            <a:spcAft>
              <a:spcPct val="35000"/>
            </a:spcAft>
            <a:buNone/>
          </a:pPr>
          <a:r>
            <a:rPr lang="en-US" sz="1100" kern="1200"/>
            <a:t>Key Assumptions &amp; Constraints</a:t>
          </a:r>
        </a:p>
      </dsp:txBody>
      <dsp:txXfrm>
        <a:off x="281362" y="1558785"/>
        <a:ext cx="3685436" cy="293016"/>
      </dsp:txXfrm>
    </dsp:sp>
    <dsp:sp modelId="{8CDD4D76-2640-47FE-AFA7-CB82E9B4A197}">
      <dsp:nvSpPr>
        <dsp:cNvPr id="0" name=""/>
        <dsp:cNvSpPr/>
      </dsp:nvSpPr>
      <dsp:spPr>
        <a:xfrm>
          <a:off x="0" y="2204253"/>
          <a:ext cx="5310200" cy="2772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ED95FE5-99BE-49A6-926A-3F1D1C227B3C}">
      <dsp:nvSpPr>
        <dsp:cNvPr id="0" name=""/>
        <dsp:cNvSpPr/>
      </dsp:nvSpPr>
      <dsp:spPr>
        <a:xfrm>
          <a:off x="265510" y="2041893"/>
          <a:ext cx="3717140" cy="3247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499" tIns="0" rIns="140499" bIns="0" numCol="1" spcCol="1270" anchor="ctr" anchorCtr="0">
          <a:noAutofit/>
        </a:bodyPr>
        <a:lstStyle/>
        <a:p>
          <a:pPr marL="0" lvl="0" indent="0" algn="l" defTabSz="488950">
            <a:lnSpc>
              <a:spcPct val="90000"/>
            </a:lnSpc>
            <a:spcBef>
              <a:spcPct val="0"/>
            </a:spcBef>
            <a:spcAft>
              <a:spcPct val="35000"/>
            </a:spcAft>
            <a:buNone/>
          </a:pPr>
          <a:r>
            <a:rPr lang="en-US" sz="1100" kern="1200"/>
            <a:t>Option Overview</a:t>
          </a:r>
        </a:p>
      </dsp:txBody>
      <dsp:txXfrm>
        <a:off x="281362" y="2057745"/>
        <a:ext cx="3685436" cy="293016"/>
      </dsp:txXfrm>
    </dsp:sp>
    <dsp:sp modelId="{E1EF5A9C-F5AC-4BB9-9CE7-DCDBD59AADDB}">
      <dsp:nvSpPr>
        <dsp:cNvPr id="0" name=""/>
        <dsp:cNvSpPr/>
      </dsp:nvSpPr>
      <dsp:spPr>
        <a:xfrm>
          <a:off x="0" y="2703213"/>
          <a:ext cx="5310200" cy="2772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F4DF222-5F74-46ED-9658-C15CE57A3F45}">
      <dsp:nvSpPr>
        <dsp:cNvPr id="0" name=""/>
        <dsp:cNvSpPr/>
      </dsp:nvSpPr>
      <dsp:spPr>
        <a:xfrm>
          <a:off x="265510" y="2540853"/>
          <a:ext cx="3717140" cy="3247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499" tIns="0" rIns="140499" bIns="0" numCol="1" spcCol="1270" anchor="ctr" anchorCtr="0">
          <a:noAutofit/>
        </a:bodyPr>
        <a:lstStyle/>
        <a:p>
          <a:pPr marL="0" lvl="0" indent="0" algn="l" defTabSz="488950">
            <a:lnSpc>
              <a:spcPct val="90000"/>
            </a:lnSpc>
            <a:spcBef>
              <a:spcPct val="0"/>
            </a:spcBef>
            <a:spcAft>
              <a:spcPct val="35000"/>
            </a:spcAft>
            <a:buNone/>
          </a:pPr>
          <a:r>
            <a:rPr lang="en-US" sz="1100" kern="1200"/>
            <a:t>Option Details</a:t>
          </a:r>
        </a:p>
      </dsp:txBody>
      <dsp:txXfrm>
        <a:off x="281362" y="2556705"/>
        <a:ext cx="3685436" cy="293016"/>
      </dsp:txXfrm>
    </dsp:sp>
    <dsp:sp modelId="{65209B11-1112-4021-97E4-AB25568043AC}">
      <dsp:nvSpPr>
        <dsp:cNvPr id="0" name=""/>
        <dsp:cNvSpPr/>
      </dsp:nvSpPr>
      <dsp:spPr>
        <a:xfrm>
          <a:off x="0" y="3202173"/>
          <a:ext cx="5310200" cy="2772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B4942CD-2654-414D-8A75-7FBEF3551618}">
      <dsp:nvSpPr>
        <dsp:cNvPr id="0" name=""/>
        <dsp:cNvSpPr/>
      </dsp:nvSpPr>
      <dsp:spPr>
        <a:xfrm>
          <a:off x="265510" y="3039813"/>
          <a:ext cx="3717140" cy="3247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499" tIns="0" rIns="140499" bIns="0" numCol="1" spcCol="1270" anchor="ctr" anchorCtr="0">
          <a:noAutofit/>
        </a:bodyPr>
        <a:lstStyle/>
        <a:p>
          <a:pPr marL="0" lvl="0" indent="0" algn="l" defTabSz="488950">
            <a:lnSpc>
              <a:spcPct val="90000"/>
            </a:lnSpc>
            <a:spcBef>
              <a:spcPct val="0"/>
            </a:spcBef>
            <a:spcAft>
              <a:spcPct val="35000"/>
            </a:spcAft>
            <a:buNone/>
          </a:pPr>
          <a:r>
            <a:rPr lang="en-US" sz="1100" kern="1200"/>
            <a:t>Questions/Discussion</a:t>
          </a:r>
        </a:p>
      </dsp:txBody>
      <dsp:txXfrm>
        <a:off x="281362" y="3055665"/>
        <a:ext cx="3685436" cy="293016"/>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Arial" panose="020B0604020202020204" pitchFamily="34" charset="0"/>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Arial" panose="020B0604020202020204" pitchFamily="34" charset="0"/>
              </a:defRPr>
            </a:lvl1pPr>
          </a:lstStyle>
          <a:p>
            <a:fld id="{FE28B3CD-935C-3747-9185-26B20C085F02}" type="datetimeFigureOut">
              <a:rPr lang="en-US" smtClean="0"/>
              <a:pPr/>
              <a:t>2/9/2022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Arial" panose="020B0604020202020204" pitchFamily="34" charset="0"/>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Arial" panose="020B0604020202020204" pitchFamily="34" charset="0"/>
              </a:defRPr>
            </a:lvl1pPr>
          </a:lstStyle>
          <a:p>
            <a:fld id="{E6E94F5F-26CA-8142-AB59-27727101493A}" type="slidenum">
              <a:rPr lang="en-US" smtClean="0"/>
              <a:pPr/>
              <a:t>‹#›</a:t>
            </a:fld>
            <a:endParaRPr lang="en-US"/>
          </a:p>
        </p:txBody>
      </p:sp>
    </p:spTree>
    <p:extLst>
      <p:ext uri="{BB962C8B-B14F-4D97-AF65-F5344CB8AC3E}">
        <p14:creationId xmlns:p14="http://schemas.microsoft.com/office/powerpoint/2010/main" val="3738648567"/>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Arial" panose="020B0604020202020204" pitchFamily="34" charset="0"/>
        <a:ea typeface="+mn-ea"/>
        <a:cs typeface="+mn-cs"/>
      </a:defRPr>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 Add Animation to bring in Boxes</a:t>
            </a:r>
          </a:p>
        </p:txBody>
      </p:sp>
      <p:sp>
        <p:nvSpPr>
          <p:cNvPr id="4" name="Slide Number Placeholder 3"/>
          <p:cNvSpPr>
            <a:spLocks noGrp="1"/>
          </p:cNvSpPr>
          <p:nvPr>
            <p:ph type="sldNum" sz="quarter" idx="5"/>
          </p:nvPr>
        </p:nvSpPr>
        <p:spPr/>
        <p:txBody>
          <a:bodyPr/>
          <a:lstStyle/>
          <a:p>
            <a:fld id="{E6E94F5F-26CA-8142-AB59-27727101493A}" type="slidenum">
              <a:rPr lang="en-US" smtClean="0"/>
              <a:pPr/>
              <a:t>3</a:t>
            </a:fld>
            <a:endParaRPr lang="en-US"/>
          </a:p>
        </p:txBody>
      </p:sp>
    </p:spTree>
    <p:extLst>
      <p:ext uri="{BB962C8B-B14F-4D97-AF65-F5344CB8AC3E}">
        <p14:creationId xmlns:p14="http://schemas.microsoft.com/office/powerpoint/2010/main" val="18943998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Create as a table for easier reading</a:t>
            </a:r>
          </a:p>
        </p:txBody>
      </p:sp>
      <p:sp>
        <p:nvSpPr>
          <p:cNvPr id="4" name="Slide Number Placeholder 3"/>
          <p:cNvSpPr>
            <a:spLocks noGrp="1"/>
          </p:cNvSpPr>
          <p:nvPr>
            <p:ph type="sldNum" sz="quarter" idx="5"/>
          </p:nvPr>
        </p:nvSpPr>
        <p:spPr/>
        <p:txBody>
          <a:bodyPr/>
          <a:lstStyle/>
          <a:p>
            <a:fld id="{E6E94F5F-26CA-8142-AB59-27727101493A}" type="slidenum">
              <a:rPr lang="en-US" smtClean="0"/>
              <a:pPr/>
              <a:t>6</a:t>
            </a:fld>
            <a:endParaRPr lang="en-US"/>
          </a:p>
        </p:txBody>
      </p:sp>
    </p:spTree>
    <p:extLst>
      <p:ext uri="{BB962C8B-B14F-4D97-AF65-F5344CB8AC3E}">
        <p14:creationId xmlns:p14="http://schemas.microsoft.com/office/powerpoint/2010/main" val="33707057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Separate into High Medium Low feasibility</a:t>
            </a:r>
          </a:p>
        </p:txBody>
      </p:sp>
      <p:sp>
        <p:nvSpPr>
          <p:cNvPr id="4" name="Slide Number Placeholder 3"/>
          <p:cNvSpPr>
            <a:spLocks noGrp="1"/>
          </p:cNvSpPr>
          <p:nvPr>
            <p:ph type="sldNum" sz="quarter" idx="5"/>
          </p:nvPr>
        </p:nvSpPr>
        <p:spPr/>
        <p:txBody>
          <a:bodyPr/>
          <a:lstStyle/>
          <a:p>
            <a:fld id="{E6E94F5F-26CA-8142-AB59-27727101493A}" type="slidenum">
              <a:rPr lang="en-US" smtClean="0"/>
              <a:pPr/>
              <a:t>8</a:t>
            </a:fld>
            <a:endParaRPr lang="en-US"/>
          </a:p>
        </p:txBody>
      </p:sp>
    </p:spTree>
    <p:extLst>
      <p:ext uri="{BB962C8B-B14F-4D97-AF65-F5344CB8AC3E}">
        <p14:creationId xmlns:p14="http://schemas.microsoft.com/office/powerpoint/2010/main" val="155595670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tx1">
            <a:lumMod val="25000"/>
            <a:lumOff val="75000"/>
          </a:schemeClr>
        </a:solidFill>
        <a:effectLst/>
      </p:bgPr>
    </p:bg>
    <p:spTree>
      <p:nvGrpSpPr>
        <p:cNvPr id="1" name=""/>
        <p:cNvGrpSpPr/>
        <p:nvPr/>
      </p:nvGrpSpPr>
      <p:grpSpPr>
        <a:xfrm>
          <a:off x="0" y="0"/>
          <a:ext cx="0" cy="0"/>
          <a:chOff x="0" y="0"/>
          <a:chExt cx="0" cy="0"/>
        </a:xfrm>
      </p:grpSpPr>
      <p:pic>
        <p:nvPicPr>
          <p:cNvPr id="3" name="Picture 2" descr="A group of people in a dark room&#10;&#10;Description automatically generated with medium confidence">
            <a:extLst>
              <a:ext uri="{FF2B5EF4-FFF2-40B4-BE49-F238E27FC236}">
                <a16:creationId xmlns:a16="http://schemas.microsoft.com/office/drawing/2014/main" id="{F2028B20-5A17-8940-B020-90B2AB9A97F7}"/>
              </a:ext>
            </a:extLst>
          </p:cNvPr>
          <p:cNvPicPr>
            <a:picLocks noChangeAspect="1"/>
          </p:cNvPicPr>
          <p:nvPr userDrawn="1"/>
        </p:nvPicPr>
        <p:blipFill rotWithShape="1">
          <a:blip r:embed="rId2"/>
          <a:srcRect t="4246" r="-26"/>
          <a:stretch/>
        </p:blipFill>
        <p:spPr>
          <a:xfrm>
            <a:off x="33453" y="0"/>
            <a:ext cx="9110547" cy="5205810"/>
          </a:xfrm>
          <a:prstGeom prst="rect">
            <a:avLst/>
          </a:prstGeom>
        </p:spPr>
      </p:pic>
      <p:sp>
        <p:nvSpPr>
          <p:cNvPr id="33" name="Title 1"/>
          <p:cNvSpPr>
            <a:spLocks noGrp="1"/>
          </p:cNvSpPr>
          <p:nvPr>
            <p:ph type="ctrTitle"/>
          </p:nvPr>
        </p:nvSpPr>
        <p:spPr>
          <a:xfrm>
            <a:off x="495502" y="2057418"/>
            <a:ext cx="8562138" cy="701450"/>
          </a:xfrm>
          <a:prstGeom prst="rect">
            <a:avLst/>
          </a:prstGeom>
        </p:spPr>
        <p:txBody>
          <a:bodyPr anchor="b" anchorCtr="0">
            <a:noAutofit/>
          </a:bodyPr>
          <a:lstStyle>
            <a:lvl1pPr algn="l">
              <a:defRPr sz="3600" b="0" i="0">
                <a:solidFill>
                  <a:schemeClr val="bg1"/>
                </a:solidFill>
                <a:latin typeface="Arial Regular"/>
                <a:ea typeface="Verdana" panose="020B0604030504040204" pitchFamily="34" charset="0"/>
                <a:cs typeface="Verdana" panose="020B0604030504040204" pitchFamily="34" charset="0"/>
              </a:defRPr>
            </a:lvl1pPr>
          </a:lstStyle>
          <a:p>
            <a:r>
              <a:rPr lang="en-US"/>
              <a:t>Click to edit Master title style</a:t>
            </a:r>
          </a:p>
        </p:txBody>
      </p:sp>
      <p:sp>
        <p:nvSpPr>
          <p:cNvPr id="35" name="Subtitle 2"/>
          <p:cNvSpPr>
            <a:spLocks noGrp="1"/>
          </p:cNvSpPr>
          <p:nvPr>
            <p:ph type="subTitle" idx="1"/>
          </p:nvPr>
        </p:nvSpPr>
        <p:spPr>
          <a:xfrm>
            <a:off x="493307" y="2762296"/>
            <a:ext cx="8562138" cy="536622"/>
          </a:xfrm>
          <a:prstGeom prst="rect">
            <a:avLst/>
          </a:prstGeom>
        </p:spPr>
        <p:txBody>
          <a:bodyPr>
            <a:noAutofit/>
          </a:bodyPr>
          <a:lstStyle>
            <a:lvl1pPr marL="0" indent="0" algn="l">
              <a:buNone/>
              <a:defRPr sz="2000" b="0" i="0">
                <a:solidFill>
                  <a:srgbClr val="FFFFFF"/>
                </a:solidFill>
                <a:latin typeface="Arial Regular"/>
                <a:cs typeface="Verdana"/>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pic>
        <p:nvPicPr>
          <p:cNvPr id="16" name="Picture 15">
            <a:extLst>
              <a:ext uri="{FF2B5EF4-FFF2-40B4-BE49-F238E27FC236}">
                <a16:creationId xmlns:a16="http://schemas.microsoft.com/office/drawing/2014/main" id="{CC72F4A5-3C29-C746-9C67-CECDA576D33B}"/>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44666" y="91886"/>
            <a:ext cx="1629705" cy="838557"/>
          </a:xfrm>
          <a:prstGeom prst="rect">
            <a:avLst/>
          </a:prstGeom>
        </p:spPr>
      </p:pic>
      <p:sp>
        <p:nvSpPr>
          <p:cNvPr id="8" name="TextBox 7">
            <a:extLst>
              <a:ext uri="{FF2B5EF4-FFF2-40B4-BE49-F238E27FC236}">
                <a16:creationId xmlns:a16="http://schemas.microsoft.com/office/drawing/2014/main" id="{2E83943D-C1EA-764C-8580-BB8FE758A8A2}"/>
              </a:ext>
            </a:extLst>
          </p:cNvPr>
          <p:cNvSpPr txBox="1"/>
          <p:nvPr userDrawn="1"/>
        </p:nvSpPr>
        <p:spPr>
          <a:xfrm>
            <a:off x="3226307" y="4835639"/>
            <a:ext cx="5282281" cy="184666"/>
          </a:xfrm>
          <a:prstGeom prst="rect">
            <a:avLst/>
          </a:prstGeom>
          <a:noFill/>
        </p:spPr>
        <p:txBody>
          <a:bodyPr wrap="square" rtlCol="0">
            <a:spAutoFit/>
          </a:bodyPr>
          <a:lstStyle/>
          <a:p>
            <a:pPr algn="r"/>
            <a:r>
              <a:rPr lang="en-US" sz="600" b="0" i="1">
                <a:solidFill>
                  <a:srgbClr val="9C968E"/>
                </a:solidFill>
                <a:effectLst/>
                <a:latin typeface="Arial" panose="020B0604020202020204" pitchFamily="34" charset="0"/>
                <a:cs typeface="Arial" panose="020B0604020202020204" pitchFamily="34" charset="0"/>
              </a:rPr>
              <a:t>Insight Proprietary &amp; Confidential.</a:t>
            </a:r>
            <a:r>
              <a:rPr lang="en-US" sz="600" b="0" i="1" baseline="0">
                <a:solidFill>
                  <a:srgbClr val="9C968E"/>
                </a:solidFill>
                <a:effectLst/>
                <a:latin typeface="Arial" panose="020B0604020202020204" pitchFamily="34" charset="0"/>
                <a:cs typeface="Arial" panose="020B0604020202020204" pitchFamily="34" charset="0"/>
              </a:rPr>
              <a:t> Do Not Copy or Distribute. </a:t>
            </a:r>
            <a:r>
              <a:rPr lang="en-US" sz="600" b="0" i="1" kern="1200">
                <a:solidFill>
                  <a:srgbClr val="9C968E"/>
                </a:solidFill>
                <a:latin typeface="Arial" panose="020B0604020202020204" pitchFamily="34" charset="0"/>
                <a:ea typeface="+mn-ea"/>
                <a:cs typeface="Arial" panose="020B0604020202020204" pitchFamily="34" charset="0"/>
              </a:rPr>
              <a:t>© 2021 Insight Direct USA, Inc</a:t>
            </a:r>
            <a:r>
              <a:rPr lang="en-US" sz="600" b="0" i="1" baseline="0">
                <a:solidFill>
                  <a:srgbClr val="9C968E"/>
                </a:solidFill>
                <a:effectLst/>
                <a:latin typeface="Arial" panose="020B0604020202020204" pitchFamily="34" charset="0"/>
                <a:cs typeface="Arial" panose="020B0604020202020204" pitchFamily="34" charset="0"/>
              </a:rPr>
              <a:t>. All Rights Reserved.</a:t>
            </a:r>
            <a:endParaRPr lang="en-US" sz="600" b="0" i="1">
              <a:solidFill>
                <a:srgbClr val="9C968E"/>
              </a:solidFill>
              <a:effectLst/>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4CEA38D2-302D-CF4A-A534-E65475973947}"/>
              </a:ext>
            </a:extLst>
          </p:cNvPr>
          <p:cNvSpPr txBox="1"/>
          <p:nvPr userDrawn="1"/>
        </p:nvSpPr>
        <p:spPr>
          <a:xfrm>
            <a:off x="8645050" y="4803535"/>
            <a:ext cx="644577" cy="230832"/>
          </a:xfrm>
          <a:prstGeom prst="rect">
            <a:avLst/>
          </a:prstGeom>
          <a:noFill/>
        </p:spPr>
        <p:txBody>
          <a:bodyPr wrap="square" rtlCol="0">
            <a:spAutoFit/>
          </a:bodyPr>
          <a:lstStyle/>
          <a:p>
            <a:fld id="{8F57A718-7638-AA4D-9012-BBF5E9D5FCFE}" type="slidenum">
              <a:rPr lang="en-US" sz="900" b="0" i="0" smtClean="0">
                <a:solidFill>
                  <a:srgbClr val="9C968E"/>
                </a:solidFill>
                <a:latin typeface="Arial Regular"/>
                <a:cs typeface="Verdana"/>
              </a:rPr>
              <a:t>‹#›</a:t>
            </a:fld>
            <a:endParaRPr lang="en-US" sz="900" b="0" i="0" err="1">
              <a:solidFill>
                <a:srgbClr val="9C968E"/>
              </a:solidFill>
              <a:latin typeface="Arial Regular"/>
              <a:cs typeface="Verdana"/>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bg>
      <p:bgPr>
        <a:solidFill>
          <a:schemeClr val="tx1">
            <a:lumMod val="25000"/>
            <a:lumOff val="75000"/>
          </a:schemeClr>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AC349A6-1C11-414C-B718-9943FBC6EDF1}"/>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b="-12"/>
          <a:stretch/>
        </p:blipFill>
        <p:spPr>
          <a:xfrm flipH="1">
            <a:off x="0" y="-7887"/>
            <a:ext cx="9144001" cy="5151294"/>
          </a:xfrm>
          <a:prstGeom prst="rect">
            <a:avLst/>
          </a:prstGeom>
        </p:spPr>
      </p:pic>
      <p:sp>
        <p:nvSpPr>
          <p:cNvPr id="33" name="Title 1"/>
          <p:cNvSpPr>
            <a:spLocks noGrp="1"/>
          </p:cNvSpPr>
          <p:nvPr>
            <p:ph type="ctrTitle"/>
          </p:nvPr>
        </p:nvSpPr>
        <p:spPr>
          <a:xfrm>
            <a:off x="495502" y="2057418"/>
            <a:ext cx="8562138" cy="701450"/>
          </a:xfrm>
          <a:prstGeom prst="rect">
            <a:avLst/>
          </a:prstGeom>
        </p:spPr>
        <p:txBody>
          <a:bodyPr anchor="b" anchorCtr="0">
            <a:noAutofit/>
          </a:bodyPr>
          <a:lstStyle>
            <a:lvl1pPr algn="l">
              <a:defRPr sz="3600" b="0" i="0">
                <a:solidFill>
                  <a:schemeClr val="bg1"/>
                </a:solidFill>
                <a:latin typeface="Arial Regular"/>
                <a:ea typeface="Verdana" panose="020B0604030504040204" pitchFamily="34" charset="0"/>
                <a:cs typeface="Verdana" panose="020B0604030504040204" pitchFamily="34" charset="0"/>
              </a:defRPr>
            </a:lvl1pPr>
          </a:lstStyle>
          <a:p>
            <a:r>
              <a:rPr lang="en-US"/>
              <a:t>Click to edit Master title style</a:t>
            </a:r>
          </a:p>
        </p:txBody>
      </p:sp>
      <p:sp>
        <p:nvSpPr>
          <p:cNvPr id="35" name="Subtitle 2"/>
          <p:cNvSpPr>
            <a:spLocks noGrp="1"/>
          </p:cNvSpPr>
          <p:nvPr>
            <p:ph type="subTitle" idx="1"/>
          </p:nvPr>
        </p:nvSpPr>
        <p:spPr>
          <a:xfrm>
            <a:off x="493307" y="2762296"/>
            <a:ext cx="8562138" cy="536622"/>
          </a:xfrm>
          <a:prstGeom prst="rect">
            <a:avLst/>
          </a:prstGeom>
        </p:spPr>
        <p:txBody>
          <a:bodyPr>
            <a:noAutofit/>
          </a:bodyPr>
          <a:lstStyle>
            <a:lvl1pPr marL="0" indent="0" algn="l">
              <a:buNone/>
              <a:defRPr sz="2000" b="0" i="0">
                <a:solidFill>
                  <a:srgbClr val="FFFFFF"/>
                </a:solidFill>
                <a:latin typeface="Arial Regular"/>
                <a:cs typeface="Verdana"/>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pic>
        <p:nvPicPr>
          <p:cNvPr id="16" name="Picture 15">
            <a:extLst>
              <a:ext uri="{FF2B5EF4-FFF2-40B4-BE49-F238E27FC236}">
                <a16:creationId xmlns:a16="http://schemas.microsoft.com/office/drawing/2014/main" id="{CC72F4A5-3C29-C746-9C67-CECDA576D33B}"/>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44666" y="91886"/>
            <a:ext cx="1629705" cy="838557"/>
          </a:xfrm>
          <a:prstGeom prst="rect">
            <a:avLst/>
          </a:prstGeom>
        </p:spPr>
      </p:pic>
      <p:sp>
        <p:nvSpPr>
          <p:cNvPr id="11" name="TextBox 10">
            <a:extLst>
              <a:ext uri="{FF2B5EF4-FFF2-40B4-BE49-F238E27FC236}">
                <a16:creationId xmlns:a16="http://schemas.microsoft.com/office/drawing/2014/main" id="{90043F64-C00E-CE4A-AD10-39C1275B4556}"/>
              </a:ext>
            </a:extLst>
          </p:cNvPr>
          <p:cNvSpPr txBox="1"/>
          <p:nvPr userDrawn="1"/>
        </p:nvSpPr>
        <p:spPr>
          <a:xfrm>
            <a:off x="3226307" y="4835639"/>
            <a:ext cx="5282281" cy="184666"/>
          </a:xfrm>
          <a:prstGeom prst="rect">
            <a:avLst/>
          </a:prstGeom>
          <a:noFill/>
        </p:spPr>
        <p:txBody>
          <a:bodyPr wrap="square" rtlCol="0">
            <a:spAutoFit/>
          </a:bodyPr>
          <a:lstStyle/>
          <a:p>
            <a:pPr algn="r"/>
            <a:r>
              <a:rPr lang="en-US" sz="600" b="0" i="1">
                <a:solidFill>
                  <a:srgbClr val="9C968E"/>
                </a:solidFill>
                <a:effectLst/>
                <a:latin typeface="Arial" panose="020B0604020202020204" pitchFamily="34" charset="0"/>
                <a:cs typeface="Arial" panose="020B0604020202020204" pitchFamily="34" charset="0"/>
              </a:rPr>
              <a:t>Insight Proprietary &amp; Confidential.</a:t>
            </a:r>
            <a:r>
              <a:rPr lang="en-US" sz="600" b="0" i="1" baseline="0">
                <a:solidFill>
                  <a:srgbClr val="9C968E"/>
                </a:solidFill>
                <a:effectLst/>
                <a:latin typeface="Arial" panose="020B0604020202020204" pitchFamily="34" charset="0"/>
                <a:cs typeface="Arial" panose="020B0604020202020204" pitchFamily="34" charset="0"/>
              </a:rPr>
              <a:t> Do Not Copy or Distribute. </a:t>
            </a:r>
            <a:r>
              <a:rPr lang="en-US" sz="600" b="0" i="1" kern="1200">
                <a:solidFill>
                  <a:srgbClr val="9C968E"/>
                </a:solidFill>
                <a:latin typeface="Arial" panose="020B0604020202020204" pitchFamily="34" charset="0"/>
                <a:ea typeface="+mn-ea"/>
                <a:cs typeface="Arial" panose="020B0604020202020204" pitchFamily="34" charset="0"/>
              </a:rPr>
              <a:t>© 2021 Insight Direct USA, Inc</a:t>
            </a:r>
            <a:r>
              <a:rPr lang="en-US" sz="600" b="0" i="1" baseline="0">
                <a:solidFill>
                  <a:srgbClr val="9C968E"/>
                </a:solidFill>
                <a:effectLst/>
                <a:latin typeface="Arial" panose="020B0604020202020204" pitchFamily="34" charset="0"/>
                <a:cs typeface="Arial" panose="020B0604020202020204" pitchFamily="34" charset="0"/>
              </a:rPr>
              <a:t>. All Rights Reserved.</a:t>
            </a:r>
            <a:endParaRPr lang="en-US" sz="600" b="0" i="1">
              <a:solidFill>
                <a:srgbClr val="9C968E"/>
              </a:solidFill>
              <a:effectLst/>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15A873DE-EFA4-F240-BD77-E84487C40303}"/>
              </a:ext>
            </a:extLst>
          </p:cNvPr>
          <p:cNvSpPr txBox="1"/>
          <p:nvPr userDrawn="1"/>
        </p:nvSpPr>
        <p:spPr>
          <a:xfrm>
            <a:off x="8645050" y="4803535"/>
            <a:ext cx="644577" cy="230832"/>
          </a:xfrm>
          <a:prstGeom prst="rect">
            <a:avLst/>
          </a:prstGeom>
          <a:noFill/>
        </p:spPr>
        <p:txBody>
          <a:bodyPr wrap="square" rtlCol="0">
            <a:spAutoFit/>
          </a:bodyPr>
          <a:lstStyle/>
          <a:p>
            <a:fld id="{8F57A718-7638-AA4D-9012-BBF5E9D5FCFE}" type="slidenum">
              <a:rPr lang="en-US" sz="900" b="0" i="0" smtClean="0">
                <a:solidFill>
                  <a:srgbClr val="9C968E"/>
                </a:solidFill>
                <a:latin typeface="Arial Regular"/>
                <a:cs typeface="Verdana"/>
              </a:rPr>
              <a:t>‹#›</a:t>
            </a:fld>
            <a:endParaRPr lang="en-US" sz="900" b="0" i="0" err="1">
              <a:solidFill>
                <a:srgbClr val="9C968E"/>
              </a:solidFill>
              <a:latin typeface="Arial Regular"/>
              <a:cs typeface="Verdana"/>
            </a:endParaRPr>
          </a:p>
        </p:txBody>
      </p:sp>
    </p:spTree>
    <p:extLst>
      <p:ext uri="{BB962C8B-B14F-4D97-AF65-F5344CB8AC3E}">
        <p14:creationId xmlns:p14="http://schemas.microsoft.com/office/powerpoint/2010/main" val="29783247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A0176B4A-DDBA-FD40-A6B1-F72EDC86B0D6}"/>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a:off x="0" y="0"/>
            <a:ext cx="9245600" cy="5199936"/>
          </a:xfrm>
          <a:prstGeom prst="rect">
            <a:avLst/>
          </a:prstGeom>
        </p:spPr>
      </p:pic>
      <p:sp>
        <p:nvSpPr>
          <p:cNvPr id="12" name="Rectangle 11">
            <a:extLst>
              <a:ext uri="{FF2B5EF4-FFF2-40B4-BE49-F238E27FC236}">
                <a16:creationId xmlns:a16="http://schemas.microsoft.com/office/drawing/2014/main" id="{F6B0E1D0-4211-9743-A0E6-2C081E2E6805}"/>
              </a:ext>
            </a:extLst>
          </p:cNvPr>
          <p:cNvSpPr/>
          <p:nvPr userDrawn="1"/>
        </p:nvSpPr>
        <p:spPr>
          <a:xfrm rot="5400000">
            <a:off x="2325608" y="-2325607"/>
            <a:ext cx="4599826" cy="9251038"/>
          </a:xfrm>
          <a:prstGeom prst="rect">
            <a:avLst/>
          </a:prstGeom>
          <a:gradFill>
            <a:gsLst>
              <a:gs pos="72000">
                <a:srgbClr val="000000">
                  <a:alpha val="78000"/>
                </a:srgbClr>
              </a:gs>
              <a:gs pos="100000">
                <a:srgbClr val="000000">
                  <a:alpha val="0"/>
                </a:srgb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a:latin typeface="Arial" panose="020B0604020202020204" pitchFamily="34" charset="0"/>
            </a:endParaRPr>
          </a:p>
        </p:txBody>
      </p:sp>
      <p:sp>
        <p:nvSpPr>
          <p:cNvPr id="16" name="Title 1">
            <a:extLst>
              <a:ext uri="{FF2B5EF4-FFF2-40B4-BE49-F238E27FC236}">
                <a16:creationId xmlns:a16="http://schemas.microsoft.com/office/drawing/2014/main" id="{ED78FB04-3F99-A543-938C-C1AA76980FDB}"/>
              </a:ext>
            </a:extLst>
          </p:cNvPr>
          <p:cNvSpPr>
            <a:spLocks noGrp="1"/>
          </p:cNvSpPr>
          <p:nvPr>
            <p:ph type="ctrTitle"/>
          </p:nvPr>
        </p:nvSpPr>
        <p:spPr>
          <a:xfrm>
            <a:off x="495502" y="2057418"/>
            <a:ext cx="8562138" cy="701450"/>
          </a:xfrm>
          <a:prstGeom prst="rect">
            <a:avLst/>
          </a:prstGeom>
        </p:spPr>
        <p:txBody>
          <a:bodyPr anchor="b" anchorCtr="0">
            <a:noAutofit/>
          </a:bodyPr>
          <a:lstStyle>
            <a:lvl1pPr algn="l">
              <a:defRPr sz="3600" b="0" i="0">
                <a:solidFill>
                  <a:schemeClr val="bg1"/>
                </a:solidFill>
                <a:latin typeface="Arial Regular"/>
                <a:ea typeface="Verdana" panose="020B0604030504040204" pitchFamily="34" charset="0"/>
                <a:cs typeface="Verdana" panose="020B0604030504040204" pitchFamily="34" charset="0"/>
              </a:defRPr>
            </a:lvl1pPr>
          </a:lstStyle>
          <a:p>
            <a:r>
              <a:rPr lang="en-US"/>
              <a:t>Click to edit Master title style</a:t>
            </a:r>
          </a:p>
        </p:txBody>
      </p:sp>
      <p:sp>
        <p:nvSpPr>
          <p:cNvPr id="18" name="Subtitle 2">
            <a:extLst>
              <a:ext uri="{FF2B5EF4-FFF2-40B4-BE49-F238E27FC236}">
                <a16:creationId xmlns:a16="http://schemas.microsoft.com/office/drawing/2014/main" id="{8FE1A560-5082-DA4A-8806-71C2CCB66225}"/>
              </a:ext>
            </a:extLst>
          </p:cNvPr>
          <p:cNvSpPr>
            <a:spLocks noGrp="1"/>
          </p:cNvSpPr>
          <p:nvPr>
            <p:ph type="subTitle" idx="1"/>
          </p:nvPr>
        </p:nvSpPr>
        <p:spPr>
          <a:xfrm>
            <a:off x="493307" y="2762296"/>
            <a:ext cx="8562138" cy="536622"/>
          </a:xfrm>
          <a:prstGeom prst="rect">
            <a:avLst/>
          </a:prstGeom>
        </p:spPr>
        <p:txBody>
          <a:bodyPr>
            <a:noAutofit/>
          </a:bodyPr>
          <a:lstStyle>
            <a:lvl1pPr marL="0" indent="0" algn="l">
              <a:buNone/>
              <a:defRPr sz="2000" b="0" i="0">
                <a:solidFill>
                  <a:srgbClr val="FFFFFF"/>
                </a:solidFill>
                <a:latin typeface="Arial Regular"/>
                <a:cs typeface="Verdana"/>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pic>
        <p:nvPicPr>
          <p:cNvPr id="21" name="Picture 20">
            <a:extLst>
              <a:ext uri="{FF2B5EF4-FFF2-40B4-BE49-F238E27FC236}">
                <a16:creationId xmlns:a16="http://schemas.microsoft.com/office/drawing/2014/main" id="{9BB77FD8-3CD0-8D45-A2B9-F3829426015F}"/>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44666" y="91886"/>
            <a:ext cx="1629705" cy="838557"/>
          </a:xfrm>
          <a:prstGeom prst="rect">
            <a:avLst/>
          </a:prstGeom>
        </p:spPr>
      </p:pic>
      <p:sp>
        <p:nvSpPr>
          <p:cNvPr id="9" name="TextBox 8">
            <a:extLst>
              <a:ext uri="{FF2B5EF4-FFF2-40B4-BE49-F238E27FC236}">
                <a16:creationId xmlns:a16="http://schemas.microsoft.com/office/drawing/2014/main" id="{E210B6FF-FB14-7544-A0E9-04937CA81D09}"/>
              </a:ext>
            </a:extLst>
          </p:cNvPr>
          <p:cNvSpPr txBox="1"/>
          <p:nvPr userDrawn="1"/>
        </p:nvSpPr>
        <p:spPr>
          <a:xfrm>
            <a:off x="3226307" y="4835639"/>
            <a:ext cx="5282281" cy="184666"/>
          </a:xfrm>
          <a:prstGeom prst="rect">
            <a:avLst/>
          </a:prstGeom>
          <a:noFill/>
        </p:spPr>
        <p:txBody>
          <a:bodyPr wrap="square" rtlCol="0">
            <a:spAutoFit/>
          </a:bodyPr>
          <a:lstStyle/>
          <a:p>
            <a:pPr algn="r"/>
            <a:r>
              <a:rPr lang="en-US" sz="600" b="0" i="1">
                <a:solidFill>
                  <a:schemeClr val="bg1"/>
                </a:solidFill>
                <a:effectLst/>
                <a:latin typeface="Arial" panose="020B0604020202020204" pitchFamily="34" charset="0"/>
                <a:cs typeface="Arial" panose="020B0604020202020204" pitchFamily="34" charset="0"/>
              </a:rPr>
              <a:t>Insight Proprietary &amp; Confidential.</a:t>
            </a:r>
            <a:r>
              <a:rPr lang="en-US" sz="600" b="0" i="1" baseline="0">
                <a:solidFill>
                  <a:schemeClr val="bg1"/>
                </a:solidFill>
                <a:effectLst/>
                <a:latin typeface="Arial" panose="020B0604020202020204" pitchFamily="34" charset="0"/>
                <a:cs typeface="Arial" panose="020B0604020202020204" pitchFamily="34" charset="0"/>
              </a:rPr>
              <a:t> Do Not Copy or Distribute. </a:t>
            </a:r>
            <a:r>
              <a:rPr lang="en-US" sz="600" b="0" i="1" kern="1200">
                <a:solidFill>
                  <a:schemeClr val="bg1"/>
                </a:solidFill>
                <a:latin typeface="Arial" panose="020B0604020202020204" pitchFamily="34" charset="0"/>
                <a:ea typeface="+mn-ea"/>
                <a:cs typeface="Arial" panose="020B0604020202020204" pitchFamily="34" charset="0"/>
              </a:rPr>
              <a:t>© 2021 Insight Direct USA, Inc</a:t>
            </a:r>
            <a:r>
              <a:rPr lang="en-US" sz="600" b="0" i="1" baseline="0">
                <a:solidFill>
                  <a:schemeClr val="bg1"/>
                </a:solidFill>
                <a:effectLst/>
                <a:latin typeface="Arial" panose="020B0604020202020204" pitchFamily="34" charset="0"/>
                <a:cs typeface="Arial" panose="020B0604020202020204" pitchFamily="34" charset="0"/>
              </a:rPr>
              <a:t>. All Rights Reserved.</a:t>
            </a:r>
            <a:endParaRPr lang="en-US" sz="600" b="0" i="1">
              <a:solidFill>
                <a:schemeClr val="bg1"/>
              </a:solidFill>
              <a:effectLst/>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5B41B08B-A3D2-B74A-994A-9E91E74F5682}"/>
              </a:ext>
            </a:extLst>
          </p:cNvPr>
          <p:cNvSpPr txBox="1"/>
          <p:nvPr userDrawn="1"/>
        </p:nvSpPr>
        <p:spPr>
          <a:xfrm>
            <a:off x="8645050" y="4803535"/>
            <a:ext cx="644577" cy="230832"/>
          </a:xfrm>
          <a:prstGeom prst="rect">
            <a:avLst/>
          </a:prstGeom>
          <a:noFill/>
        </p:spPr>
        <p:txBody>
          <a:bodyPr wrap="square" rtlCol="0">
            <a:spAutoFit/>
          </a:bodyPr>
          <a:lstStyle/>
          <a:p>
            <a:fld id="{8F57A718-7638-AA4D-9012-BBF5E9D5FCFE}" type="slidenum">
              <a:rPr lang="en-US" sz="900" b="0" i="0" smtClean="0">
                <a:solidFill>
                  <a:schemeClr val="bg1"/>
                </a:solidFill>
                <a:latin typeface="Arial Regular"/>
                <a:cs typeface="Verdana"/>
              </a:rPr>
              <a:t>‹#›</a:t>
            </a:fld>
            <a:endParaRPr lang="en-US" sz="900" b="0" i="0" err="1">
              <a:solidFill>
                <a:schemeClr val="bg1"/>
              </a:solidFill>
              <a:latin typeface="Arial Regular"/>
              <a:cs typeface="Verdana"/>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493ECA94-8A7A-3449-A6BB-7EA514BAA39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0" y="0"/>
            <a:ext cx="9144000" cy="5142794"/>
          </a:xfrm>
          <a:prstGeom prst="rect">
            <a:avLst/>
          </a:prstGeom>
        </p:spPr>
      </p:pic>
      <p:sp>
        <p:nvSpPr>
          <p:cNvPr id="15" name="Rectangle 14">
            <a:extLst>
              <a:ext uri="{FF2B5EF4-FFF2-40B4-BE49-F238E27FC236}">
                <a16:creationId xmlns:a16="http://schemas.microsoft.com/office/drawing/2014/main" id="{43A6B8AC-C644-6743-8BF3-42AD6F7BCD52}"/>
              </a:ext>
            </a:extLst>
          </p:cNvPr>
          <p:cNvSpPr/>
          <p:nvPr userDrawn="1"/>
        </p:nvSpPr>
        <p:spPr>
          <a:xfrm rot="5400000">
            <a:off x="2368550" y="-2368549"/>
            <a:ext cx="4406904" cy="9143999"/>
          </a:xfrm>
          <a:prstGeom prst="rect">
            <a:avLst/>
          </a:prstGeom>
          <a:gradFill>
            <a:gsLst>
              <a:gs pos="72000">
                <a:srgbClr val="000000">
                  <a:alpha val="62000"/>
                </a:srgbClr>
              </a:gs>
              <a:gs pos="100000">
                <a:srgbClr val="000000">
                  <a:alpha val="0"/>
                </a:srgb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a:latin typeface="Arial" panose="020B0604020202020204" pitchFamily="34" charset="0"/>
            </a:endParaRPr>
          </a:p>
        </p:txBody>
      </p:sp>
      <p:sp>
        <p:nvSpPr>
          <p:cNvPr id="21" name="Rectangle 20">
            <a:extLst>
              <a:ext uri="{FF2B5EF4-FFF2-40B4-BE49-F238E27FC236}">
                <a16:creationId xmlns:a16="http://schemas.microsoft.com/office/drawing/2014/main" id="{0787692A-C003-7D48-BB47-4681D5ACA89A}"/>
              </a:ext>
            </a:extLst>
          </p:cNvPr>
          <p:cNvSpPr/>
          <p:nvPr userDrawn="1"/>
        </p:nvSpPr>
        <p:spPr>
          <a:xfrm>
            <a:off x="-2" y="1"/>
            <a:ext cx="9144001" cy="5143500"/>
          </a:xfrm>
          <a:prstGeom prst="rect">
            <a:avLst/>
          </a:prstGeom>
          <a:solidFill>
            <a:srgbClr val="000000">
              <a:alpha val="5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sp>
        <p:nvSpPr>
          <p:cNvPr id="25" name="Title 1">
            <a:extLst>
              <a:ext uri="{FF2B5EF4-FFF2-40B4-BE49-F238E27FC236}">
                <a16:creationId xmlns:a16="http://schemas.microsoft.com/office/drawing/2014/main" id="{C9BA8031-2552-7341-9573-5DE583084114}"/>
              </a:ext>
            </a:extLst>
          </p:cNvPr>
          <p:cNvSpPr>
            <a:spLocks noGrp="1"/>
          </p:cNvSpPr>
          <p:nvPr>
            <p:ph type="ctrTitle"/>
          </p:nvPr>
        </p:nvSpPr>
        <p:spPr>
          <a:xfrm>
            <a:off x="495502" y="2057418"/>
            <a:ext cx="8562138" cy="701450"/>
          </a:xfrm>
          <a:prstGeom prst="rect">
            <a:avLst/>
          </a:prstGeom>
        </p:spPr>
        <p:txBody>
          <a:bodyPr anchor="b" anchorCtr="0">
            <a:noAutofit/>
          </a:bodyPr>
          <a:lstStyle>
            <a:lvl1pPr algn="l">
              <a:defRPr sz="3600" b="0" i="0">
                <a:solidFill>
                  <a:schemeClr val="bg1"/>
                </a:solidFill>
                <a:latin typeface="Arial Regular"/>
                <a:ea typeface="Verdana" panose="020B0604030504040204" pitchFamily="34" charset="0"/>
                <a:cs typeface="Verdana" panose="020B0604030504040204" pitchFamily="34" charset="0"/>
              </a:defRPr>
            </a:lvl1pPr>
          </a:lstStyle>
          <a:p>
            <a:r>
              <a:rPr lang="en-US"/>
              <a:t>Click to edit Master title style</a:t>
            </a:r>
          </a:p>
        </p:txBody>
      </p:sp>
      <p:sp>
        <p:nvSpPr>
          <p:cNvPr id="26" name="Subtitle 2">
            <a:extLst>
              <a:ext uri="{FF2B5EF4-FFF2-40B4-BE49-F238E27FC236}">
                <a16:creationId xmlns:a16="http://schemas.microsoft.com/office/drawing/2014/main" id="{D3242FB6-BB3E-1345-8613-74604B6DBB08}"/>
              </a:ext>
            </a:extLst>
          </p:cNvPr>
          <p:cNvSpPr>
            <a:spLocks noGrp="1"/>
          </p:cNvSpPr>
          <p:nvPr>
            <p:ph type="subTitle" idx="1"/>
          </p:nvPr>
        </p:nvSpPr>
        <p:spPr>
          <a:xfrm>
            <a:off x="493307" y="2762296"/>
            <a:ext cx="8562138" cy="536622"/>
          </a:xfrm>
          <a:prstGeom prst="rect">
            <a:avLst/>
          </a:prstGeom>
        </p:spPr>
        <p:txBody>
          <a:bodyPr>
            <a:noAutofit/>
          </a:bodyPr>
          <a:lstStyle>
            <a:lvl1pPr marL="0" indent="0" algn="l">
              <a:buNone/>
              <a:defRPr sz="2000" b="0" i="0">
                <a:solidFill>
                  <a:srgbClr val="FFFFFF"/>
                </a:solidFill>
                <a:latin typeface="Arial Regular"/>
                <a:cs typeface="Verdana"/>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pic>
        <p:nvPicPr>
          <p:cNvPr id="27" name="Picture 26">
            <a:extLst>
              <a:ext uri="{FF2B5EF4-FFF2-40B4-BE49-F238E27FC236}">
                <a16:creationId xmlns:a16="http://schemas.microsoft.com/office/drawing/2014/main" id="{66358BED-D248-CF42-8033-058D9BE604F7}"/>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44666" y="91886"/>
            <a:ext cx="1629705" cy="838557"/>
          </a:xfrm>
          <a:prstGeom prst="rect">
            <a:avLst/>
          </a:prstGeom>
        </p:spPr>
      </p:pic>
      <p:sp>
        <p:nvSpPr>
          <p:cNvPr id="10" name="TextBox 9">
            <a:extLst>
              <a:ext uri="{FF2B5EF4-FFF2-40B4-BE49-F238E27FC236}">
                <a16:creationId xmlns:a16="http://schemas.microsoft.com/office/drawing/2014/main" id="{79680D73-6100-DA4B-949F-886504342A7C}"/>
              </a:ext>
            </a:extLst>
          </p:cNvPr>
          <p:cNvSpPr txBox="1"/>
          <p:nvPr userDrawn="1"/>
        </p:nvSpPr>
        <p:spPr>
          <a:xfrm>
            <a:off x="3226307" y="4835639"/>
            <a:ext cx="5282281" cy="184666"/>
          </a:xfrm>
          <a:prstGeom prst="rect">
            <a:avLst/>
          </a:prstGeom>
          <a:noFill/>
        </p:spPr>
        <p:txBody>
          <a:bodyPr wrap="square" rtlCol="0">
            <a:spAutoFit/>
          </a:bodyPr>
          <a:lstStyle/>
          <a:p>
            <a:pPr algn="r"/>
            <a:r>
              <a:rPr lang="en-US" sz="600" b="0" i="1">
                <a:solidFill>
                  <a:srgbClr val="9C968E"/>
                </a:solidFill>
                <a:effectLst/>
                <a:latin typeface="Arial" panose="020B0604020202020204" pitchFamily="34" charset="0"/>
                <a:cs typeface="Arial" panose="020B0604020202020204" pitchFamily="34" charset="0"/>
              </a:rPr>
              <a:t>Insight Proprietary &amp; Confidential.</a:t>
            </a:r>
            <a:r>
              <a:rPr lang="en-US" sz="600" b="0" i="1" baseline="0">
                <a:solidFill>
                  <a:srgbClr val="9C968E"/>
                </a:solidFill>
                <a:effectLst/>
                <a:latin typeface="Arial" panose="020B0604020202020204" pitchFamily="34" charset="0"/>
                <a:cs typeface="Arial" panose="020B0604020202020204" pitchFamily="34" charset="0"/>
              </a:rPr>
              <a:t> Do Not Copy or Distribute. </a:t>
            </a:r>
            <a:r>
              <a:rPr lang="en-US" sz="600" b="0" i="1" kern="1200">
                <a:solidFill>
                  <a:srgbClr val="9C968E"/>
                </a:solidFill>
                <a:latin typeface="Arial" panose="020B0604020202020204" pitchFamily="34" charset="0"/>
                <a:ea typeface="+mn-ea"/>
                <a:cs typeface="Arial" panose="020B0604020202020204" pitchFamily="34" charset="0"/>
              </a:rPr>
              <a:t>© 2021 Insight Direct USA, Inc</a:t>
            </a:r>
            <a:r>
              <a:rPr lang="en-US" sz="600" b="0" i="1" baseline="0">
                <a:solidFill>
                  <a:srgbClr val="9C968E"/>
                </a:solidFill>
                <a:effectLst/>
                <a:latin typeface="Arial" panose="020B0604020202020204" pitchFamily="34" charset="0"/>
                <a:cs typeface="Arial" panose="020B0604020202020204" pitchFamily="34" charset="0"/>
              </a:rPr>
              <a:t>. All Rights Reserved.</a:t>
            </a:r>
            <a:endParaRPr lang="en-US" sz="600" b="0" i="1">
              <a:solidFill>
                <a:srgbClr val="9C968E"/>
              </a:solidFill>
              <a:effectLst/>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ED4365CC-F185-DD44-B30E-89AEA1322770}"/>
              </a:ext>
            </a:extLst>
          </p:cNvPr>
          <p:cNvSpPr txBox="1"/>
          <p:nvPr userDrawn="1"/>
        </p:nvSpPr>
        <p:spPr>
          <a:xfrm>
            <a:off x="8645050" y="4803535"/>
            <a:ext cx="644577" cy="230832"/>
          </a:xfrm>
          <a:prstGeom prst="rect">
            <a:avLst/>
          </a:prstGeom>
          <a:noFill/>
        </p:spPr>
        <p:txBody>
          <a:bodyPr wrap="square" rtlCol="0">
            <a:spAutoFit/>
          </a:bodyPr>
          <a:lstStyle/>
          <a:p>
            <a:fld id="{8F57A718-7638-AA4D-9012-BBF5E9D5FCFE}" type="slidenum">
              <a:rPr lang="en-US" sz="900" b="0" i="0" smtClean="0">
                <a:solidFill>
                  <a:srgbClr val="9C968E"/>
                </a:solidFill>
                <a:latin typeface="Arial Regular"/>
                <a:cs typeface="Verdana"/>
              </a:rPr>
              <a:t>‹#›</a:t>
            </a:fld>
            <a:endParaRPr lang="en-US" sz="900" b="0" i="0" err="1">
              <a:solidFill>
                <a:srgbClr val="9C968E"/>
              </a:solidFill>
              <a:latin typeface="Arial Regular"/>
              <a:cs typeface="Verdana"/>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pic>
        <p:nvPicPr>
          <p:cNvPr id="3" name="Picture 2" descr="A picture containing ceiling, station, platform, computer&#10;&#10;Description automatically generated">
            <a:extLst>
              <a:ext uri="{FF2B5EF4-FFF2-40B4-BE49-F238E27FC236}">
                <a16:creationId xmlns:a16="http://schemas.microsoft.com/office/drawing/2014/main" id="{99A3B16B-3734-A74E-96C9-ECABEEF7D154}"/>
              </a:ext>
            </a:extLst>
          </p:cNvPr>
          <p:cNvPicPr>
            <a:picLocks noChangeAspect="1"/>
          </p:cNvPicPr>
          <p:nvPr userDrawn="1"/>
        </p:nvPicPr>
        <p:blipFill rotWithShape="1">
          <a:blip r:embed="rId2" cstate="print">
            <a:alphaModFix/>
            <a:extLst>
              <a:ext uri="{28A0092B-C50C-407E-A947-70E740481C1C}">
                <a14:useLocalDpi xmlns:a14="http://schemas.microsoft.com/office/drawing/2010/main"/>
              </a:ext>
            </a:extLst>
          </a:blip>
          <a:srcRect/>
          <a:stretch/>
        </p:blipFill>
        <p:spPr>
          <a:xfrm>
            <a:off x="0" y="-1"/>
            <a:ext cx="9144000" cy="5228217"/>
          </a:xfrm>
          <a:prstGeom prst="rect">
            <a:avLst/>
          </a:prstGeom>
        </p:spPr>
      </p:pic>
      <p:sp>
        <p:nvSpPr>
          <p:cNvPr id="13" name="Rectangle 12">
            <a:extLst>
              <a:ext uri="{FF2B5EF4-FFF2-40B4-BE49-F238E27FC236}">
                <a16:creationId xmlns:a16="http://schemas.microsoft.com/office/drawing/2014/main" id="{6E80FFC9-245C-914C-8511-E1DE1E0C686B}"/>
              </a:ext>
            </a:extLst>
          </p:cNvPr>
          <p:cNvSpPr/>
          <p:nvPr userDrawn="1"/>
        </p:nvSpPr>
        <p:spPr>
          <a:xfrm rot="5400000">
            <a:off x="2630244" y="-2630245"/>
            <a:ext cx="3883513" cy="9144003"/>
          </a:xfrm>
          <a:prstGeom prst="rect">
            <a:avLst/>
          </a:prstGeom>
          <a:gradFill>
            <a:gsLst>
              <a:gs pos="72000">
                <a:srgbClr val="000000">
                  <a:alpha val="70000"/>
                </a:srgbClr>
              </a:gs>
              <a:gs pos="100000">
                <a:srgbClr val="000000">
                  <a:alpha val="0"/>
                </a:srgb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a:latin typeface="Arial" panose="020B0604020202020204" pitchFamily="34" charset="0"/>
            </a:endParaRPr>
          </a:p>
        </p:txBody>
      </p:sp>
      <p:pic>
        <p:nvPicPr>
          <p:cNvPr id="14" name="Picture 13">
            <a:extLst>
              <a:ext uri="{FF2B5EF4-FFF2-40B4-BE49-F238E27FC236}">
                <a16:creationId xmlns:a16="http://schemas.microsoft.com/office/drawing/2014/main" id="{7CA0CF08-2713-7547-8041-1061B683F61D}"/>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44666" y="91886"/>
            <a:ext cx="1629705" cy="838557"/>
          </a:xfrm>
          <a:prstGeom prst="rect">
            <a:avLst/>
          </a:prstGeom>
        </p:spPr>
      </p:pic>
      <p:sp>
        <p:nvSpPr>
          <p:cNvPr id="20" name="Title 1">
            <a:extLst>
              <a:ext uri="{FF2B5EF4-FFF2-40B4-BE49-F238E27FC236}">
                <a16:creationId xmlns:a16="http://schemas.microsoft.com/office/drawing/2014/main" id="{B5C6EB38-CD97-F244-8926-2196D2A74B05}"/>
              </a:ext>
            </a:extLst>
          </p:cNvPr>
          <p:cNvSpPr>
            <a:spLocks noGrp="1"/>
          </p:cNvSpPr>
          <p:nvPr>
            <p:ph type="ctrTitle"/>
          </p:nvPr>
        </p:nvSpPr>
        <p:spPr>
          <a:xfrm>
            <a:off x="495502" y="2057418"/>
            <a:ext cx="8562138" cy="701450"/>
          </a:xfrm>
          <a:prstGeom prst="rect">
            <a:avLst/>
          </a:prstGeom>
        </p:spPr>
        <p:txBody>
          <a:bodyPr anchor="b" anchorCtr="0">
            <a:noAutofit/>
          </a:bodyPr>
          <a:lstStyle>
            <a:lvl1pPr algn="l">
              <a:defRPr sz="3600" b="0" i="0">
                <a:solidFill>
                  <a:schemeClr val="bg1"/>
                </a:solidFill>
                <a:latin typeface="Arial Regular"/>
                <a:ea typeface="Verdana" panose="020B0604030504040204" pitchFamily="34" charset="0"/>
                <a:cs typeface="Verdana" panose="020B0604030504040204" pitchFamily="34" charset="0"/>
              </a:defRPr>
            </a:lvl1pPr>
          </a:lstStyle>
          <a:p>
            <a:r>
              <a:rPr lang="en-US"/>
              <a:t>Click to edit Master title style</a:t>
            </a:r>
          </a:p>
        </p:txBody>
      </p:sp>
      <p:sp>
        <p:nvSpPr>
          <p:cNvPr id="21" name="Subtitle 2">
            <a:extLst>
              <a:ext uri="{FF2B5EF4-FFF2-40B4-BE49-F238E27FC236}">
                <a16:creationId xmlns:a16="http://schemas.microsoft.com/office/drawing/2014/main" id="{A9A29DFE-8E21-8341-AB87-33FD98D4B04A}"/>
              </a:ext>
            </a:extLst>
          </p:cNvPr>
          <p:cNvSpPr>
            <a:spLocks noGrp="1"/>
          </p:cNvSpPr>
          <p:nvPr>
            <p:ph type="subTitle" idx="1"/>
          </p:nvPr>
        </p:nvSpPr>
        <p:spPr>
          <a:xfrm>
            <a:off x="493307" y="2762296"/>
            <a:ext cx="8562138" cy="536622"/>
          </a:xfrm>
          <a:prstGeom prst="rect">
            <a:avLst/>
          </a:prstGeom>
        </p:spPr>
        <p:txBody>
          <a:bodyPr>
            <a:noAutofit/>
          </a:bodyPr>
          <a:lstStyle>
            <a:lvl1pPr marL="0" indent="0" algn="l">
              <a:buNone/>
              <a:defRPr sz="2000" b="0" i="0">
                <a:solidFill>
                  <a:srgbClr val="FFFFFF"/>
                </a:solidFill>
                <a:latin typeface="Arial Regular"/>
                <a:cs typeface="Verdana"/>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9" name="TextBox 8">
            <a:extLst>
              <a:ext uri="{FF2B5EF4-FFF2-40B4-BE49-F238E27FC236}">
                <a16:creationId xmlns:a16="http://schemas.microsoft.com/office/drawing/2014/main" id="{D23C2BE9-BCBF-DB48-A270-B980E018EBBE}"/>
              </a:ext>
            </a:extLst>
          </p:cNvPr>
          <p:cNvSpPr txBox="1"/>
          <p:nvPr userDrawn="1"/>
        </p:nvSpPr>
        <p:spPr>
          <a:xfrm>
            <a:off x="3226307" y="4835639"/>
            <a:ext cx="5282281" cy="184666"/>
          </a:xfrm>
          <a:prstGeom prst="rect">
            <a:avLst/>
          </a:prstGeom>
          <a:noFill/>
        </p:spPr>
        <p:txBody>
          <a:bodyPr wrap="square" rtlCol="0">
            <a:spAutoFit/>
          </a:bodyPr>
          <a:lstStyle/>
          <a:p>
            <a:pPr algn="r"/>
            <a:r>
              <a:rPr lang="en-US" sz="600" b="0" i="1">
                <a:solidFill>
                  <a:srgbClr val="9C968E"/>
                </a:solidFill>
                <a:effectLst/>
                <a:latin typeface="Arial" panose="020B0604020202020204" pitchFamily="34" charset="0"/>
                <a:cs typeface="Arial" panose="020B0604020202020204" pitchFamily="34" charset="0"/>
              </a:rPr>
              <a:t>Insight Proprietary &amp; Confidential.</a:t>
            </a:r>
            <a:r>
              <a:rPr lang="en-US" sz="600" b="0" i="1" baseline="0">
                <a:solidFill>
                  <a:srgbClr val="9C968E"/>
                </a:solidFill>
                <a:effectLst/>
                <a:latin typeface="Arial" panose="020B0604020202020204" pitchFamily="34" charset="0"/>
                <a:cs typeface="Arial" panose="020B0604020202020204" pitchFamily="34" charset="0"/>
              </a:rPr>
              <a:t> Do Not Copy or Distribute. </a:t>
            </a:r>
            <a:r>
              <a:rPr lang="en-US" sz="600" b="0" i="1" kern="1200">
                <a:solidFill>
                  <a:srgbClr val="9C968E"/>
                </a:solidFill>
                <a:latin typeface="Arial" panose="020B0604020202020204" pitchFamily="34" charset="0"/>
                <a:ea typeface="+mn-ea"/>
                <a:cs typeface="Arial" panose="020B0604020202020204" pitchFamily="34" charset="0"/>
              </a:rPr>
              <a:t>© 2021 Insight Direct USA, Inc</a:t>
            </a:r>
            <a:r>
              <a:rPr lang="en-US" sz="600" b="0" i="1" baseline="0">
                <a:solidFill>
                  <a:srgbClr val="9C968E"/>
                </a:solidFill>
                <a:effectLst/>
                <a:latin typeface="Arial" panose="020B0604020202020204" pitchFamily="34" charset="0"/>
                <a:cs typeface="Arial" panose="020B0604020202020204" pitchFamily="34" charset="0"/>
              </a:rPr>
              <a:t>. All Rights Reserved.</a:t>
            </a:r>
            <a:endParaRPr lang="en-US" sz="600" b="0" i="1">
              <a:solidFill>
                <a:srgbClr val="9C968E"/>
              </a:solidFill>
              <a:effectLst/>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0BAAA049-0044-AD41-8EF0-010B8024A128}"/>
              </a:ext>
            </a:extLst>
          </p:cNvPr>
          <p:cNvSpPr txBox="1"/>
          <p:nvPr userDrawn="1"/>
        </p:nvSpPr>
        <p:spPr>
          <a:xfrm>
            <a:off x="8645050" y="4803535"/>
            <a:ext cx="644577" cy="230832"/>
          </a:xfrm>
          <a:prstGeom prst="rect">
            <a:avLst/>
          </a:prstGeom>
          <a:noFill/>
        </p:spPr>
        <p:txBody>
          <a:bodyPr wrap="square" rtlCol="0">
            <a:spAutoFit/>
          </a:bodyPr>
          <a:lstStyle/>
          <a:p>
            <a:fld id="{8F57A718-7638-AA4D-9012-BBF5E9D5FCFE}" type="slidenum">
              <a:rPr lang="en-US" sz="900" b="0" i="0" smtClean="0">
                <a:solidFill>
                  <a:srgbClr val="9C968E"/>
                </a:solidFill>
                <a:latin typeface="Arial Regular"/>
                <a:cs typeface="Verdana"/>
              </a:rPr>
              <a:t>‹#›</a:t>
            </a:fld>
            <a:endParaRPr lang="en-US" sz="900" b="0" i="0" err="1">
              <a:solidFill>
                <a:srgbClr val="9C968E"/>
              </a:solidFill>
              <a:latin typeface="Arial Regular"/>
              <a:cs typeface="Verdana"/>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D12CFCA8-DCC7-6B49-8452-87A9E67F5E4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0" y="-1"/>
            <a:ext cx="9144000" cy="5245101"/>
          </a:xfrm>
          <a:prstGeom prst="rect">
            <a:avLst/>
          </a:prstGeom>
        </p:spPr>
      </p:pic>
      <p:sp>
        <p:nvSpPr>
          <p:cNvPr id="16" name="Rectangle 15">
            <a:extLst>
              <a:ext uri="{FF2B5EF4-FFF2-40B4-BE49-F238E27FC236}">
                <a16:creationId xmlns:a16="http://schemas.microsoft.com/office/drawing/2014/main" id="{4D468027-1686-9041-A6B5-D875DFDC775F}"/>
              </a:ext>
            </a:extLst>
          </p:cNvPr>
          <p:cNvSpPr/>
          <p:nvPr userDrawn="1"/>
        </p:nvSpPr>
        <p:spPr>
          <a:xfrm rot="5400000">
            <a:off x="1898649" y="-1898650"/>
            <a:ext cx="5346704" cy="9144001"/>
          </a:xfrm>
          <a:prstGeom prst="rect">
            <a:avLst/>
          </a:prstGeom>
          <a:gradFill>
            <a:gsLst>
              <a:gs pos="72000">
                <a:srgbClr val="000000">
                  <a:alpha val="79000"/>
                </a:srgbClr>
              </a:gs>
              <a:gs pos="100000">
                <a:srgbClr val="000000">
                  <a:alpha val="0"/>
                </a:srgb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a:latin typeface="Arial" panose="020B0604020202020204" pitchFamily="34" charset="0"/>
            </a:endParaRPr>
          </a:p>
        </p:txBody>
      </p:sp>
      <p:pic>
        <p:nvPicPr>
          <p:cNvPr id="17" name="Picture 16">
            <a:extLst>
              <a:ext uri="{FF2B5EF4-FFF2-40B4-BE49-F238E27FC236}">
                <a16:creationId xmlns:a16="http://schemas.microsoft.com/office/drawing/2014/main" id="{A1602570-C842-3C47-B628-7E96ACBACBCF}"/>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44666" y="91886"/>
            <a:ext cx="1629705" cy="838557"/>
          </a:xfrm>
          <a:prstGeom prst="rect">
            <a:avLst/>
          </a:prstGeom>
        </p:spPr>
      </p:pic>
      <p:sp>
        <p:nvSpPr>
          <p:cNvPr id="20" name="Title 1">
            <a:extLst>
              <a:ext uri="{FF2B5EF4-FFF2-40B4-BE49-F238E27FC236}">
                <a16:creationId xmlns:a16="http://schemas.microsoft.com/office/drawing/2014/main" id="{E55AB93D-0D94-8546-92BD-5010CE765015}"/>
              </a:ext>
            </a:extLst>
          </p:cNvPr>
          <p:cNvSpPr>
            <a:spLocks noGrp="1"/>
          </p:cNvSpPr>
          <p:nvPr>
            <p:ph type="ctrTitle"/>
          </p:nvPr>
        </p:nvSpPr>
        <p:spPr>
          <a:xfrm>
            <a:off x="495502" y="2057418"/>
            <a:ext cx="8562138" cy="701450"/>
          </a:xfrm>
          <a:prstGeom prst="rect">
            <a:avLst/>
          </a:prstGeom>
        </p:spPr>
        <p:txBody>
          <a:bodyPr anchor="b" anchorCtr="0">
            <a:noAutofit/>
          </a:bodyPr>
          <a:lstStyle>
            <a:lvl1pPr algn="l">
              <a:defRPr sz="3600" b="0" i="0">
                <a:solidFill>
                  <a:schemeClr val="bg1"/>
                </a:solidFill>
                <a:latin typeface="Arial Regular"/>
                <a:ea typeface="Verdana" panose="020B0604030504040204" pitchFamily="34" charset="0"/>
                <a:cs typeface="Verdana" panose="020B0604030504040204" pitchFamily="34" charset="0"/>
              </a:defRPr>
            </a:lvl1pPr>
          </a:lstStyle>
          <a:p>
            <a:r>
              <a:rPr lang="en-US"/>
              <a:t>Click to edit Master title style</a:t>
            </a:r>
          </a:p>
        </p:txBody>
      </p:sp>
      <p:sp>
        <p:nvSpPr>
          <p:cNvPr id="21" name="Subtitle 2">
            <a:extLst>
              <a:ext uri="{FF2B5EF4-FFF2-40B4-BE49-F238E27FC236}">
                <a16:creationId xmlns:a16="http://schemas.microsoft.com/office/drawing/2014/main" id="{9853E1C7-8263-6645-A9AF-3A38B85E8EC5}"/>
              </a:ext>
            </a:extLst>
          </p:cNvPr>
          <p:cNvSpPr>
            <a:spLocks noGrp="1"/>
          </p:cNvSpPr>
          <p:nvPr>
            <p:ph type="subTitle" idx="1"/>
          </p:nvPr>
        </p:nvSpPr>
        <p:spPr>
          <a:xfrm>
            <a:off x="493307" y="2762296"/>
            <a:ext cx="8562138" cy="536622"/>
          </a:xfrm>
          <a:prstGeom prst="rect">
            <a:avLst/>
          </a:prstGeom>
        </p:spPr>
        <p:txBody>
          <a:bodyPr>
            <a:noAutofit/>
          </a:bodyPr>
          <a:lstStyle>
            <a:lvl1pPr marL="0" indent="0" algn="l">
              <a:buNone/>
              <a:defRPr sz="2000" b="0" i="0">
                <a:solidFill>
                  <a:srgbClr val="FFFFFF"/>
                </a:solidFill>
                <a:latin typeface="Arial Regular"/>
                <a:cs typeface="Verdana"/>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12" name="TextBox 11">
            <a:extLst>
              <a:ext uri="{FF2B5EF4-FFF2-40B4-BE49-F238E27FC236}">
                <a16:creationId xmlns:a16="http://schemas.microsoft.com/office/drawing/2014/main" id="{4FCAC72F-3896-B248-AE1B-F29ADFC67FB0}"/>
              </a:ext>
            </a:extLst>
          </p:cNvPr>
          <p:cNvSpPr txBox="1"/>
          <p:nvPr userDrawn="1"/>
        </p:nvSpPr>
        <p:spPr>
          <a:xfrm>
            <a:off x="3226307" y="4835639"/>
            <a:ext cx="5282281" cy="184666"/>
          </a:xfrm>
          <a:prstGeom prst="rect">
            <a:avLst/>
          </a:prstGeom>
          <a:noFill/>
        </p:spPr>
        <p:txBody>
          <a:bodyPr wrap="square" rtlCol="0">
            <a:spAutoFit/>
          </a:bodyPr>
          <a:lstStyle/>
          <a:p>
            <a:pPr algn="r"/>
            <a:r>
              <a:rPr lang="en-US" sz="600" b="0" i="1">
                <a:solidFill>
                  <a:srgbClr val="9C968E"/>
                </a:solidFill>
                <a:effectLst/>
                <a:latin typeface="Arial" panose="020B0604020202020204" pitchFamily="34" charset="0"/>
                <a:cs typeface="Arial" panose="020B0604020202020204" pitchFamily="34" charset="0"/>
              </a:rPr>
              <a:t>Insight Proprietary &amp; Confidential.</a:t>
            </a:r>
            <a:r>
              <a:rPr lang="en-US" sz="600" b="0" i="1" baseline="0">
                <a:solidFill>
                  <a:srgbClr val="9C968E"/>
                </a:solidFill>
                <a:effectLst/>
                <a:latin typeface="Arial" panose="020B0604020202020204" pitchFamily="34" charset="0"/>
                <a:cs typeface="Arial" panose="020B0604020202020204" pitchFamily="34" charset="0"/>
              </a:rPr>
              <a:t> Do Not Copy or Distribute. </a:t>
            </a:r>
            <a:r>
              <a:rPr lang="en-US" sz="600" b="0" i="1" kern="1200">
                <a:solidFill>
                  <a:srgbClr val="9C968E"/>
                </a:solidFill>
                <a:latin typeface="Arial" panose="020B0604020202020204" pitchFamily="34" charset="0"/>
                <a:ea typeface="+mn-ea"/>
                <a:cs typeface="Arial" panose="020B0604020202020204" pitchFamily="34" charset="0"/>
              </a:rPr>
              <a:t>© 2021 Insight Direct USA, Inc</a:t>
            </a:r>
            <a:r>
              <a:rPr lang="en-US" sz="600" b="0" i="1" baseline="0">
                <a:solidFill>
                  <a:srgbClr val="9C968E"/>
                </a:solidFill>
                <a:effectLst/>
                <a:latin typeface="Arial" panose="020B0604020202020204" pitchFamily="34" charset="0"/>
                <a:cs typeface="Arial" panose="020B0604020202020204" pitchFamily="34" charset="0"/>
              </a:rPr>
              <a:t>. All Rights Reserved.</a:t>
            </a:r>
            <a:endParaRPr lang="en-US" sz="600" b="0" i="1">
              <a:solidFill>
                <a:srgbClr val="9C968E"/>
              </a:solidFill>
              <a:effectLst/>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30B239E1-E1C6-9C44-9D1D-5C15E7F9499E}"/>
              </a:ext>
            </a:extLst>
          </p:cNvPr>
          <p:cNvSpPr txBox="1"/>
          <p:nvPr userDrawn="1"/>
        </p:nvSpPr>
        <p:spPr>
          <a:xfrm>
            <a:off x="8645050" y="4803535"/>
            <a:ext cx="644577" cy="230832"/>
          </a:xfrm>
          <a:prstGeom prst="rect">
            <a:avLst/>
          </a:prstGeom>
          <a:noFill/>
        </p:spPr>
        <p:txBody>
          <a:bodyPr wrap="square" rtlCol="0">
            <a:spAutoFit/>
          </a:bodyPr>
          <a:lstStyle/>
          <a:p>
            <a:fld id="{8F57A718-7638-AA4D-9012-BBF5E9D5FCFE}" type="slidenum">
              <a:rPr lang="en-US" sz="900" b="0" i="0" smtClean="0">
                <a:solidFill>
                  <a:srgbClr val="9C968E"/>
                </a:solidFill>
                <a:latin typeface="Arial Regular"/>
                <a:cs typeface="Verdana"/>
              </a:rPr>
              <a:t>‹#›</a:t>
            </a:fld>
            <a:endParaRPr lang="en-US" sz="900" b="0" i="0" err="1">
              <a:solidFill>
                <a:srgbClr val="9C968E"/>
              </a:solidFill>
              <a:latin typeface="Arial Regular"/>
              <a:cs typeface="Verdana"/>
            </a:endParaRPr>
          </a:p>
        </p:txBody>
      </p:sp>
    </p:spTree>
    <p:extLst>
      <p:ext uri="{BB962C8B-B14F-4D97-AF65-F5344CB8AC3E}">
        <p14:creationId xmlns:p14="http://schemas.microsoft.com/office/powerpoint/2010/main" val="40654997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22" name="Title Placeholder 1">
            <a:extLst>
              <a:ext uri="{FF2B5EF4-FFF2-40B4-BE49-F238E27FC236}">
                <a16:creationId xmlns:a16="http://schemas.microsoft.com/office/drawing/2014/main" id="{A0D83110-79E9-6141-B7BA-9FCF75DA2B99}"/>
              </a:ext>
            </a:extLst>
          </p:cNvPr>
          <p:cNvSpPr>
            <a:spLocks noGrp="1"/>
          </p:cNvSpPr>
          <p:nvPr>
            <p:ph type="title"/>
          </p:nvPr>
        </p:nvSpPr>
        <p:spPr>
          <a:xfrm>
            <a:off x="242236" y="1765996"/>
            <a:ext cx="8714943" cy="682400"/>
          </a:xfrm>
          <a:prstGeom prst="rect">
            <a:avLst/>
          </a:prstGeom>
        </p:spPr>
        <p:txBody>
          <a:bodyPr vert="horz" lIns="91440" tIns="45720" rIns="91440" bIns="45720" rtlCol="0" anchor="ctr">
            <a:noAutofit/>
          </a:bodyPr>
          <a:lstStyle/>
          <a:p>
            <a:r>
              <a:rPr lang="en-US"/>
              <a:t>Click to edit Master title style</a:t>
            </a:r>
          </a:p>
        </p:txBody>
      </p:sp>
      <p:pic>
        <p:nvPicPr>
          <p:cNvPr id="5" name="Picture 4" descr="A picture containing sky, outdoor, city&#10;&#10;Description automatically generated">
            <a:extLst>
              <a:ext uri="{FF2B5EF4-FFF2-40B4-BE49-F238E27FC236}">
                <a16:creationId xmlns:a16="http://schemas.microsoft.com/office/drawing/2014/main" id="{82564AE8-F300-7642-8DFA-50D999AFFAD3}"/>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0" y="0"/>
            <a:ext cx="9144000" cy="1610591"/>
          </a:xfrm>
          <a:prstGeom prst="rect">
            <a:avLst/>
          </a:prstGeom>
        </p:spPr>
      </p:pic>
      <p:sp>
        <p:nvSpPr>
          <p:cNvPr id="26" name="Subtitle 2">
            <a:extLst>
              <a:ext uri="{FF2B5EF4-FFF2-40B4-BE49-F238E27FC236}">
                <a16:creationId xmlns:a16="http://schemas.microsoft.com/office/drawing/2014/main" id="{A660F89C-9D88-A747-B2AF-5972A2ECE3BA}"/>
              </a:ext>
            </a:extLst>
          </p:cNvPr>
          <p:cNvSpPr>
            <a:spLocks noGrp="1"/>
          </p:cNvSpPr>
          <p:nvPr>
            <p:ph type="subTitle" idx="1"/>
          </p:nvPr>
        </p:nvSpPr>
        <p:spPr>
          <a:xfrm>
            <a:off x="242236" y="2534924"/>
            <a:ext cx="8562138" cy="536622"/>
          </a:xfrm>
          <a:prstGeom prst="rect">
            <a:avLst/>
          </a:prstGeom>
        </p:spPr>
        <p:txBody>
          <a:bodyPr>
            <a:noAutofit/>
          </a:bodyPr>
          <a:lstStyle>
            <a:lvl1pPr marL="174625" indent="-174625" algn="l">
              <a:buFont typeface="Arial" panose="020B0604020202020204" pitchFamily="34" charset="0"/>
              <a:buChar char="•"/>
              <a:tabLst/>
              <a:defRPr sz="1600" b="0" i="0">
                <a:solidFill>
                  <a:srgbClr val="FFFFFF"/>
                </a:solidFill>
                <a:latin typeface="Arial Regular"/>
                <a:cs typeface="Verdana"/>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7283065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2_Title and Conten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4A0A73F-3AD8-F843-A753-A8D57C16E66C}"/>
              </a:ext>
            </a:extLst>
          </p:cNvPr>
          <p:cNvSpPr/>
          <p:nvPr userDrawn="1"/>
        </p:nvSpPr>
        <p:spPr>
          <a:xfrm>
            <a:off x="0" y="1610591"/>
            <a:ext cx="9144000" cy="35646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latin typeface="Arial" panose="020B0604020202020204" pitchFamily="34" charset="0"/>
              <a:cs typeface="Arial" panose="020B0604020202020204" pitchFamily="34" charset="0"/>
            </a:endParaRPr>
          </a:p>
        </p:txBody>
      </p:sp>
      <p:sp>
        <p:nvSpPr>
          <p:cNvPr id="22" name="Title Placeholder 1">
            <a:extLst>
              <a:ext uri="{FF2B5EF4-FFF2-40B4-BE49-F238E27FC236}">
                <a16:creationId xmlns:a16="http://schemas.microsoft.com/office/drawing/2014/main" id="{A0D83110-79E9-6141-B7BA-9FCF75DA2B99}"/>
              </a:ext>
            </a:extLst>
          </p:cNvPr>
          <p:cNvSpPr>
            <a:spLocks noGrp="1"/>
          </p:cNvSpPr>
          <p:nvPr>
            <p:ph type="title"/>
          </p:nvPr>
        </p:nvSpPr>
        <p:spPr>
          <a:xfrm>
            <a:off x="242236" y="1765996"/>
            <a:ext cx="8714943" cy="682400"/>
          </a:xfrm>
          <a:prstGeom prst="rect">
            <a:avLst/>
          </a:prstGeom>
        </p:spPr>
        <p:txBody>
          <a:bodyPr vert="horz" lIns="91440" tIns="45720" rIns="91440" bIns="45720" rtlCol="0" anchor="ctr">
            <a:noAutofit/>
          </a:bodyPr>
          <a:lstStyle>
            <a:lvl1pPr>
              <a:defRPr>
                <a:solidFill>
                  <a:srgbClr val="726963"/>
                </a:solidFill>
              </a:defRPr>
            </a:lvl1pPr>
          </a:lstStyle>
          <a:p>
            <a:r>
              <a:rPr lang="en-US"/>
              <a:t>Click to edit Master title style</a:t>
            </a:r>
          </a:p>
        </p:txBody>
      </p:sp>
      <p:pic>
        <p:nvPicPr>
          <p:cNvPr id="5" name="Picture 4" descr="A picture containing sky, outdoor, city&#10;&#10;Description automatically generated">
            <a:extLst>
              <a:ext uri="{FF2B5EF4-FFF2-40B4-BE49-F238E27FC236}">
                <a16:creationId xmlns:a16="http://schemas.microsoft.com/office/drawing/2014/main" id="{82564AE8-F300-7642-8DFA-50D999AFFAD3}"/>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0" y="0"/>
            <a:ext cx="9144000" cy="1610591"/>
          </a:xfrm>
          <a:prstGeom prst="rect">
            <a:avLst/>
          </a:prstGeom>
        </p:spPr>
      </p:pic>
      <p:sp>
        <p:nvSpPr>
          <p:cNvPr id="26" name="Subtitle 2">
            <a:extLst>
              <a:ext uri="{FF2B5EF4-FFF2-40B4-BE49-F238E27FC236}">
                <a16:creationId xmlns:a16="http://schemas.microsoft.com/office/drawing/2014/main" id="{A660F89C-9D88-A747-B2AF-5972A2ECE3BA}"/>
              </a:ext>
            </a:extLst>
          </p:cNvPr>
          <p:cNvSpPr>
            <a:spLocks noGrp="1"/>
          </p:cNvSpPr>
          <p:nvPr>
            <p:ph type="subTitle" idx="1"/>
          </p:nvPr>
        </p:nvSpPr>
        <p:spPr>
          <a:xfrm>
            <a:off x="242236" y="2534924"/>
            <a:ext cx="8562138" cy="536622"/>
          </a:xfrm>
          <a:prstGeom prst="rect">
            <a:avLst/>
          </a:prstGeom>
        </p:spPr>
        <p:txBody>
          <a:bodyPr>
            <a:noAutofit/>
          </a:bodyPr>
          <a:lstStyle>
            <a:lvl1pPr marL="174625" indent="-174625" algn="l">
              <a:buFont typeface="Arial" panose="020B0604020202020204" pitchFamily="34" charset="0"/>
              <a:buChar char="•"/>
              <a:tabLst/>
              <a:defRPr sz="1600" b="0" i="0">
                <a:solidFill>
                  <a:srgbClr val="352E28"/>
                </a:solidFill>
                <a:latin typeface="Arial Regular"/>
                <a:cs typeface="Verdana"/>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pic>
        <p:nvPicPr>
          <p:cNvPr id="6" name="Picture 5">
            <a:extLst>
              <a:ext uri="{FF2B5EF4-FFF2-40B4-BE49-F238E27FC236}">
                <a16:creationId xmlns:a16="http://schemas.microsoft.com/office/drawing/2014/main" id="{9A8FF389-6709-F74B-8E34-96E3DA7B5FA4}"/>
              </a:ext>
            </a:extLst>
          </p:cNvPr>
          <p:cNvPicPr>
            <a:picLocks noChangeAspect="1"/>
          </p:cNvPicPr>
          <p:nvPr userDrawn="1"/>
        </p:nvPicPr>
        <p:blipFill>
          <a:blip r:embed="rId3"/>
          <a:stretch>
            <a:fillRect/>
          </a:stretch>
        </p:blipFill>
        <p:spPr>
          <a:xfrm>
            <a:off x="128360" y="4577005"/>
            <a:ext cx="1539033" cy="564499"/>
          </a:xfrm>
          <a:prstGeom prst="rect">
            <a:avLst/>
          </a:prstGeom>
        </p:spPr>
      </p:pic>
      <p:sp>
        <p:nvSpPr>
          <p:cNvPr id="7" name="TextBox 6">
            <a:extLst>
              <a:ext uri="{FF2B5EF4-FFF2-40B4-BE49-F238E27FC236}">
                <a16:creationId xmlns:a16="http://schemas.microsoft.com/office/drawing/2014/main" id="{7606DB0F-6980-5540-9E09-E8D830CB4FAC}"/>
              </a:ext>
            </a:extLst>
          </p:cNvPr>
          <p:cNvSpPr txBox="1"/>
          <p:nvPr userDrawn="1"/>
        </p:nvSpPr>
        <p:spPr>
          <a:xfrm>
            <a:off x="3226307" y="4835639"/>
            <a:ext cx="5282281" cy="184666"/>
          </a:xfrm>
          <a:prstGeom prst="rect">
            <a:avLst/>
          </a:prstGeom>
          <a:noFill/>
        </p:spPr>
        <p:txBody>
          <a:bodyPr wrap="square" rtlCol="0">
            <a:spAutoFit/>
          </a:bodyPr>
          <a:lstStyle/>
          <a:p>
            <a:pPr algn="r"/>
            <a:r>
              <a:rPr lang="en-US" sz="600" b="0" i="1">
                <a:solidFill>
                  <a:srgbClr val="9C968E"/>
                </a:solidFill>
                <a:effectLst/>
                <a:latin typeface="Arial" panose="020B0604020202020204" pitchFamily="34" charset="0"/>
                <a:cs typeface="Arial" panose="020B0604020202020204" pitchFamily="34" charset="0"/>
              </a:rPr>
              <a:t>Insight Proprietary &amp; Confidential.</a:t>
            </a:r>
            <a:r>
              <a:rPr lang="en-US" sz="600" b="0" i="1" baseline="0">
                <a:solidFill>
                  <a:srgbClr val="9C968E"/>
                </a:solidFill>
                <a:effectLst/>
                <a:latin typeface="Arial" panose="020B0604020202020204" pitchFamily="34" charset="0"/>
                <a:cs typeface="Arial" panose="020B0604020202020204" pitchFamily="34" charset="0"/>
              </a:rPr>
              <a:t> Do Not Copy or Distribute. </a:t>
            </a:r>
            <a:r>
              <a:rPr lang="en-US" sz="600" b="0" i="1" kern="1200">
                <a:solidFill>
                  <a:srgbClr val="9C968E"/>
                </a:solidFill>
                <a:latin typeface="Arial" panose="020B0604020202020204" pitchFamily="34" charset="0"/>
                <a:ea typeface="+mn-ea"/>
                <a:cs typeface="Arial" panose="020B0604020202020204" pitchFamily="34" charset="0"/>
              </a:rPr>
              <a:t>© 2021 Insight Direct USA, Inc</a:t>
            </a:r>
            <a:r>
              <a:rPr lang="en-US" sz="600" b="0" i="1" baseline="0">
                <a:solidFill>
                  <a:srgbClr val="9C968E"/>
                </a:solidFill>
                <a:effectLst/>
                <a:latin typeface="Arial" panose="020B0604020202020204" pitchFamily="34" charset="0"/>
                <a:cs typeface="Arial" panose="020B0604020202020204" pitchFamily="34" charset="0"/>
              </a:rPr>
              <a:t>. All Rights Reserved.</a:t>
            </a:r>
            <a:endParaRPr lang="en-US" sz="600" b="0" i="1">
              <a:solidFill>
                <a:srgbClr val="9C968E"/>
              </a:solidFill>
              <a:effectLst/>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0802BD68-396D-E140-B6A3-B8FC3D9F5DA8}"/>
              </a:ext>
            </a:extLst>
          </p:cNvPr>
          <p:cNvSpPr txBox="1"/>
          <p:nvPr userDrawn="1"/>
        </p:nvSpPr>
        <p:spPr>
          <a:xfrm>
            <a:off x="8645050" y="4803535"/>
            <a:ext cx="644577" cy="230832"/>
          </a:xfrm>
          <a:prstGeom prst="rect">
            <a:avLst/>
          </a:prstGeom>
          <a:noFill/>
        </p:spPr>
        <p:txBody>
          <a:bodyPr wrap="square" rtlCol="0">
            <a:spAutoFit/>
          </a:bodyPr>
          <a:lstStyle/>
          <a:p>
            <a:fld id="{8F57A718-7638-AA4D-9012-BBF5E9D5FCFE}" type="slidenum">
              <a:rPr lang="en-US" sz="900" b="0" i="0" smtClean="0">
                <a:solidFill>
                  <a:srgbClr val="9C968E"/>
                </a:solidFill>
                <a:latin typeface="Arial Regular"/>
                <a:cs typeface="Verdana"/>
              </a:rPr>
              <a:t>‹#›</a:t>
            </a:fld>
            <a:endParaRPr lang="en-US" sz="900" b="0" i="0" err="1">
              <a:solidFill>
                <a:srgbClr val="9C968E"/>
              </a:solidFill>
              <a:latin typeface="Arial Regular"/>
              <a:cs typeface="Verdana"/>
            </a:endParaRPr>
          </a:p>
        </p:txBody>
      </p:sp>
    </p:spTree>
    <p:extLst>
      <p:ext uri="{BB962C8B-B14F-4D97-AF65-F5344CB8AC3E}">
        <p14:creationId xmlns:p14="http://schemas.microsoft.com/office/powerpoint/2010/main" val="9074730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7_Title and Content">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17F89F88-D2AE-D141-95D4-85C830346A6B}"/>
              </a:ext>
            </a:extLst>
          </p:cNvPr>
          <p:cNvSpPr/>
          <p:nvPr userDrawn="1"/>
        </p:nvSpPr>
        <p:spPr>
          <a:xfrm>
            <a:off x="25400" y="117289"/>
            <a:ext cx="9118600" cy="5026211"/>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a:latin typeface="Arial" panose="020B0604020202020204" pitchFamily="34" charset="0"/>
            </a:endParaRPr>
          </a:p>
        </p:txBody>
      </p:sp>
      <p:sp>
        <p:nvSpPr>
          <p:cNvPr id="23" name="TextBox 22">
            <a:extLst>
              <a:ext uri="{FF2B5EF4-FFF2-40B4-BE49-F238E27FC236}">
                <a16:creationId xmlns:a16="http://schemas.microsoft.com/office/drawing/2014/main" id="{4C5CB1EC-605B-5445-8767-22090006E0AC}"/>
              </a:ext>
            </a:extLst>
          </p:cNvPr>
          <p:cNvSpPr txBox="1"/>
          <p:nvPr userDrawn="1"/>
        </p:nvSpPr>
        <p:spPr>
          <a:xfrm>
            <a:off x="1665806" y="4827483"/>
            <a:ext cx="5282281" cy="184666"/>
          </a:xfrm>
          <a:prstGeom prst="rect">
            <a:avLst/>
          </a:prstGeom>
          <a:noFill/>
        </p:spPr>
        <p:txBody>
          <a:bodyPr wrap="square" rtlCol="0">
            <a:spAutoFit/>
          </a:bodyPr>
          <a:lstStyle/>
          <a:p>
            <a:pPr algn="l"/>
            <a:r>
              <a:rPr lang="en-US" sz="600" b="0" i="1">
                <a:solidFill>
                  <a:srgbClr val="9C968E"/>
                </a:solidFill>
                <a:effectLst/>
                <a:latin typeface="Arial" panose="020B0604020202020204" pitchFamily="34" charset="0"/>
                <a:cs typeface="Arial" panose="020B0604020202020204" pitchFamily="34" charset="0"/>
              </a:rPr>
              <a:t>Insight Proprietary &amp; Confidential.</a:t>
            </a:r>
            <a:r>
              <a:rPr lang="en-US" sz="600" b="0" i="1" baseline="0">
                <a:solidFill>
                  <a:srgbClr val="9C968E"/>
                </a:solidFill>
                <a:effectLst/>
                <a:latin typeface="Arial" panose="020B0604020202020204" pitchFamily="34" charset="0"/>
                <a:cs typeface="Arial" panose="020B0604020202020204" pitchFamily="34" charset="0"/>
              </a:rPr>
              <a:t> Do Not Copy or Distribute. </a:t>
            </a:r>
            <a:r>
              <a:rPr lang="en-US" sz="600" b="0" i="1" kern="1200">
                <a:solidFill>
                  <a:srgbClr val="9C968E"/>
                </a:solidFill>
                <a:latin typeface="Arial" panose="020B0604020202020204" pitchFamily="34" charset="0"/>
                <a:ea typeface="+mn-ea"/>
                <a:cs typeface="Arial" panose="020B0604020202020204" pitchFamily="34" charset="0"/>
              </a:rPr>
              <a:t>© 2021 Insight Direct USA, Inc</a:t>
            </a:r>
            <a:r>
              <a:rPr lang="en-US" sz="600" b="0" i="1" baseline="0">
                <a:solidFill>
                  <a:srgbClr val="9C968E"/>
                </a:solidFill>
                <a:effectLst/>
                <a:latin typeface="Arial" panose="020B0604020202020204" pitchFamily="34" charset="0"/>
                <a:cs typeface="Arial" panose="020B0604020202020204" pitchFamily="34" charset="0"/>
              </a:rPr>
              <a:t>. All Rights Reserved.</a:t>
            </a:r>
            <a:endParaRPr lang="en-US" sz="600" b="0" i="1">
              <a:solidFill>
                <a:srgbClr val="9C968E"/>
              </a:solidFill>
              <a:effectLst/>
              <a:latin typeface="Arial" panose="020B0604020202020204" pitchFamily="34" charset="0"/>
              <a:cs typeface="Arial" panose="020B0604020202020204" pitchFamily="34" charset="0"/>
            </a:endParaRPr>
          </a:p>
        </p:txBody>
      </p:sp>
      <p:pic>
        <p:nvPicPr>
          <p:cNvPr id="25" name="Picture 24" descr="A picture containing text, clipart&#10;&#10;Description automatically generated">
            <a:extLst>
              <a:ext uri="{FF2B5EF4-FFF2-40B4-BE49-F238E27FC236}">
                <a16:creationId xmlns:a16="http://schemas.microsoft.com/office/drawing/2014/main" id="{75BE91F6-86EF-C944-B627-E27DA8D8B0E8}"/>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26772" y="4578321"/>
            <a:ext cx="1539034" cy="565436"/>
          </a:xfrm>
          <a:prstGeom prst="rect">
            <a:avLst/>
          </a:prstGeom>
        </p:spPr>
      </p:pic>
      <p:sp>
        <p:nvSpPr>
          <p:cNvPr id="20" name="Title Placeholder 1">
            <a:extLst>
              <a:ext uri="{FF2B5EF4-FFF2-40B4-BE49-F238E27FC236}">
                <a16:creationId xmlns:a16="http://schemas.microsoft.com/office/drawing/2014/main" id="{73D9A5DB-21AF-5C41-A7E9-52043BD98E84}"/>
              </a:ext>
            </a:extLst>
          </p:cNvPr>
          <p:cNvSpPr>
            <a:spLocks noGrp="1"/>
          </p:cNvSpPr>
          <p:nvPr>
            <p:ph type="title"/>
          </p:nvPr>
        </p:nvSpPr>
        <p:spPr>
          <a:xfrm>
            <a:off x="242237" y="219831"/>
            <a:ext cx="4693446" cy="682400"/>
          </a:xfrm>
          <a:prstGeom prst="rect">
            <a:avLst/>
          </a:prstGeom>
        </p:spPr>
        <p:txBody>
          <a:bodyPr vert="horz" lIns="91440" tIns="45720" rIns="91440" bIns="45720" rtlCol="0" anchor="ctr">
            <a:noAutofit/>
          </a:bodyPr>
          <a:lstStyle>
            <a:lvl1pPr>
              <a:defRPr b="0" i="0"/>
            </a:lvl1pPr>
          </a:lstStyle>
          <a:p>
            <a:r>
              <a:rPr lang="en-US"/>
              <a:t>Click to edit Master title style</a:t>
            </a:r>
          </a:p>
        </p:txBody>
      </p:sp>
      <p:sp>
        <p:nvSpPr>
          <p:cNvPr id="21" name="Text Placeholder 2">
            <a:extLst>
              <a:ext uri="{FF2B5EF4-FFF2-40B4-BE49-F238E27FC236}">
                <a16:creationId xmlns:a16="http://schemas.microsoft.com/office/drawing/2014/main" id="{783DF560-6FED-CE41-BD4E-F06351BD094D}"/>
              </a:ext>
            </a:extLst>
          </p:cNvPr>
          <p:cNvSpPr>
            <a:spLocks noGrp="1"/>
          </p:cNvSpPr>
          <p:nvPr>
            <p:ph idx="1"/>
          </p:nvPr>
        </p:nvSpPr>
        <p:spPr>
          <a:xfrm>
            <a:off x="230067" y="986156"/>
            <a:ext cx="4705616" cy="2935419"/>
          </a:xfrm>
          <a:prstGeom prst="rect">
            <a:avLst/>
          </a:prstGeom>
        </p:spPr>
        <p:txBody>
          <a:bodyPr vert="horz" lIns="91440" tIns="45720" rIns="91440" bIns="45720" rtlCol="0">
            <a:noAutofit/>
          </a:bodyPr>
          <a:lstStyle>
            <a:lvl1pPr>
              <a:defRPr sz="1600" b="0" i="0"/>
            </a:lvl1pPr>
            <a:lvl2pPr>
              <a:defRPr b="0" i="0"/>
            </a:lvl2pPr>
            <a:lvl3pPr>
              <a:defRPr b="0" i="0"/>
            </a:lvl3pPr>
            <a:lvl4pPr>
              <a:defRPr b="0" i="0"/>
            </a:lvl4pPr>
            <a:lvl5pPr>
              <a:defRPr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icture 2" descr="A group of people sitting at a table with laptops&#10;&#10;Description automatically generated with low confidence">
            <a:extLst>
              <a:ext uri="{FF2B5EF4-FFF2-40B4-BE49-F238E27FC236}">
                <a16:creationId xmlns:a16="http://schemas.microsoft.com/office/drawing/2014/main" id="{3392FE7E-D480-AA41-97ED-97EA368AD421}"/>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5715000" y="0"/>
            <a:ext cx="3429000" cy="5143500"/>
          </a:xfrm>
          <a:prstGeom prst="rect">
            <a:avLst/>
          </a:prstGeom>
        </p:spPr>
      </p:pic>
      <p:sp>
        <p:nvSpPr>
          <p:cNvPr id="26" name="TextBox 25">
            <a:extLst>
              <a:ext uri="{FF2B5EF4-FFF2-40B4-BE49-F238E27FC236}">
                <a16:creationId xmlns:a16="http://schemas.microsoft.com/office/drawing/2014/main" id="{CAD58A1E-8F1D-AB4F-8E17-CD1EF9A44D1D}"/>
              </a:ext>
            </a:extLst>
          </p:cNvPr>
          <p:cNvSpPr txBox="1"/>
          <p:nvPr userDrawn="1"/>
        </p:nvSpPr>
        <p:spPr>
          <a:xfrm>
            <a:off x="8645050" y="4795379"/>
            <a:ext cx="644577" cy="230832"/>
          </a:xfrm>
          <a:prstGeom prst="rect">
            <a:avLst/>
          </a:prstGeom>
          <a:noFill/>
        </p:spPr>
        <p:txBody>
          <a:bodyPr wrap="square" rtlCol="0">
            <a:spAutoFit/>
          </a:bodyPr>
          <a:lstStyle/>
          <a:p>
            <a:fld id="{8F57A718-7638-AA4D-9012-BBF5E9D5FCFE}" type="slidenum">
              <a:rPr lang="en-US" sz="900" b="0" i="0" smtClean="0">
                <a:solidFill>
                  <a:srgbClr val="9C968E"/>
                </a:solidFill>
                <a:latin typeface="Arial Regular"/>
                <a:cs typeface="Verdana"/>
              </a:rPr>
              <a:t>‹#›</a:t>
            </a:fld>
            <a:endParaRPr lang="en-US" sz="900" b="0" i="0" err="1">
              <a:solidFill>
                <a:srgbClr val="9C968E"/>
              </a:solidFill>
              <a:latin typeface="Arial Regular"/>
              <a:cs typeface="Verdana"/>
            </a:endParaRPr>
          </a:p>
        </p:txBody>
      </p:sp>
    </p:spTree>
    <p:extLst>
      <p:ext uri="{BB962C8B-B14F-4D97-AF65-F5344CB8AC3E}">
        <p14:creationId xmlns:p14="http://schemas.microsoft.com/office/powerpoint/2010/main" val="29000784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9_Title and Conten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6C16453-8780-D245-8976-93E6B00644C6}"/>
              </a:ext>
            </a:extLst>
          </p:cNvPr>
          <p:cNvSpPr/>
          <p:nvPr userDrawn="1"/>
        </p:nvSpPr>
        <p:spPr>
          <a:xfrm>
            <a:off x="0" y="0"/>
            <a:ext cx="5715000" cy="51752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latin typeface="Arial" panose="020B0604020202020204" pitchFamily="34" charset="0"/>
              <a:cs typeface="Arial" panose="020B0604020202020204" pitchFamily="34" charset="0"/>
            </a:endParaRPr>
          </a:p>
        </p:txBody>
      </p:sp>
      <p:sp>
        <p:nvSpPr>
          <p:cNvPr id="20" name="Title Placeholder 1">
            <a:extLst>
              <a:ext uri="{FF2B5EF4-FFF2-40B4-BE49-F238E27FC236}">
                <a16:creationId xmlns:a16="http://schemas.microsoft.com/office/drawing/2014/main" id="{73D9A5DB-21AF-5C41-A7E9-52043BD98E84}"/>
              </a:ext>
            </a:extLst>
          </p:cNvPr>
          <p:cNvSpPr>
            <a:spLocks noGrp="1"/>
          </p:cNvSpPr>
          <p:nvPr>
            <p:ph type="title"/>
          </p:nvPr>
        </p:nvSpPr>
        <p:spPr>
          <a:xfrm>
            <a:off x="242237" y="219831"/>
            <a:ext cx="4693446" cy="682400"/>
          </a:xfrm>
          <a:prstGeom prst="rect">
            <a:avLst/>
          </a:prstGeom>
        </p:spPr>
        <p:txBody>
          <a:bodyPr vert="horz" lIns="91440" tIns="45720" rIns="91440" bIns="45720" rtlCol="0" anchor="ctr">
            <a:noAutofit/>
          </a:bodyPr>
          <a:lstStyle>
            <a:lvl1pPr>
              <a:defRPr b="0" i="0">
                <a:solidFill>
                  <a:srgbClr val="726963"/>
                </a:solidFill>
              </a:defRPr>
            </a:lvl1pPr>
          </a:lstStyle>
          <a:p>
            <a:r>
              <a:rPr lang="en-US"/>
              <a:t>Click to edit Master title style</a:t>
            </a:r>
          </a:p>
        </p:txBody>
      </p:sp>
      <p:sp>
        <p:nvSpPr>
          <p:cNvPr id="21" name="Text Placeholder 2">
            <a:extLst>
              <a:ext uri="{FF2B5EF4-FFF2-40B4-BE49-F238E27FC236}">
                <a16:creationId xmlns:a16="http://schemas.microsoft.com/office/drawing/2014/main" id="{783DF560-6FED-CE41-BD4E-F06351BD094D}"/>
              </a:ext>
            </a:extLst>
          </p:cNvPr>
          <p:cNvSpPr>
            <a:spLocks noGrp="1"/>
          </p:cNvSpPr>
          <p:nvPr>
            <p:ph idx="1"/>
          </p:nvPr>
        </p:nvSpPr>
        <p:spPr>
          <a:xfrm>
            <a:off x="230067" y="986156"/>
            <a:ext cx="4705616" cy="2935419"/>
          </a:xfrm>
          <a:prstGeom prst="rect">
            <a:avLst/>
          </a:prstGeom>
        </p:spPr>
        <p:txBody>
          <a:bodyPr vert="horz" lIns="91440" tIns="45720" rIns="91440" bIns="45720" rtlCol="0">
            <a:noAutofit/>
          </a:bodyPr>
          <a:lstStyle>
            <a:lvl1pPr>
              <a:defRPr sz="1600" b="0" i="0">
                <a:solidFill>
                  <a:srgbClr val="352E28"/>
                </a:solidFill>
              </a:defRPr>
            </a:lvl1pPr>
            <a:lvl2pPr>
              <a:defRPr b="0" i="0">
                <a:solidFill>
                  <a:srgbClr val="352E28"/>
                </a:solidFill>
              </a:defRPr>
            </a:lvl2pPr>
            <a:lvl3pPr>
              <a:defRPr b="0" i="0">
                <a:solidFill>
                  <a:srgbClr val="352E28"/>
                </a:solidFill>
              </a:defRPr>
            </a:lvl3pPr>
            <a:lvl4pPr>
              <a:defRPr b="0" i="0">
                <a:solidFill>
                  <a:srgbClr val="352E28"/>
                </a:solidFill>
              </a:defRPr>
            </a:lvl4pPr>
            <a:lvl5pPr>
              <a:defRPr b="0" i="0">
                <a:solidFill>
                  <a:srgbClr val="352E28"/>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icture 2" descr="A group of people sitting at a table with laptops&#10;&#10;Description automatically generated with low confidence">
            <a:extLst>
              <a:ext uri="{FF2B5EF4-FFF2-40B4-BE49-F238E27FC236}">
                <a16:creationId xmlns:a16="http://schemas.microsoft.com/office/drawing/2014/main" id="{3392FE7E-D480-AA41-97ED-97EA368AD421}"/>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715000" y="0"/>
            <a:ext cx="3429000" cy="5143500"/>
          </a:xfrm>
          <a:prstGeom prst="rect">
            <a:avLst/>
          </a:prstGeom>
        </p:spPr>
      </p:pic>
      <p:sp>
        <p:nvSpPr>
          <p:cNvPr id="26" name="TextBox 25">
            <a:extLst>
              <a:ext uri="{FF2B5EF4-FFF2-40B4-BE49-F238E27FC236}">
                <a16:creationId xmlns:a16="http://schemas.microsoft.com/office/drawing/2014/main" id="{CAD58A1E-8F1D-AB4F-8E17-CD1EF9A44D1D}"/>
              </a:ext>
            </a:extLst>
          </p:cNvPr>
          <p:cNvSpPr txBox="1"/>
          <p:nvPr userDrawn="1"/>
        </p:nvSpPr>
        <p:spPr>
          <a:xfrm>
            <a:off x="8645050" y="4795379"/>
            <a:ext cx="644577" cy="230832"/>
          </a:xfrm>
          <a:prstGeom prst="rect">
            <a:avLst/>
          </a:prstGeom>
          <a:noFill/>
        </p:spPr>
        <p:txBody>
          <a:bodyPr wrap="square" rtlCol="0">
            <a:spAutoFit/>
          </a:bodyPr>
          <a:lstStyle/>
          <a:p>
            <a:fld id="{8F57A718-7638-AA4D-9012-BBF5E9D5FCFE}" type="slidenum">
              <a:rPr lang="en-US" sz="900" b="0" i="0" smtClean="0">
                <a:solidFill>
                  <a:srgbClr val="9C968E"/>
                </a:solidFill>
                <a:latin typeface="Arial Regular"/>
                <a:cs typeface="Verdana"/>
              </a:rPr>
              <a:t>‹#›</a:t>
            </a:fld>
            <a:endParaRPr lang="en-US" sz="900" b="0" i="0" err="1">
              <a:solidFill>
                <a:srgbClr val="9C968E"/>
              </a:solidFill>
              <a:latin typeface="Arial Regular"/>
              <a:cs typeface="Verdana"/>
            </a:endParaRPr>
          </a:p>
        </p:txBody>
      </p:sp>
      <p:pic>
        <p:nvPicPr>
          <p:cNvPr id="11" name="Picture 10">
            <a:extLst>
              <a:ext uri="{FF2B5EF4-FFF2-40B4-BE49-F238E27FC236}">
                <a16:creationId xmlns:a16="http://schemas.microsoft.com/office/drawing/2014/main" id="{40F7167F-D79D-ED4F-9158-F5F286586228}"/>
              </a:ext>
            </a:extLst>
          </p:cNvPr>
          <p:cNvPicPr>
            <a:picLocks noChangeAspect="1"/>
          </p:cNvPicPr>
          <p:nvPr userDrawn="1"/>
        </p:nvPicPr>
        <p:blipFill>
          <a:blip r:embed="rId3"/>
          <a:stretch>
            <a:fillRect/>
          </a:stretch>
        </p:blipFill>
        <p:spPr>
          <a:xfrm>
            <a:off x="128360" y="4577005"/>
            <a:ext cx="1539033" cy="564499"/>
          </a:xfrm>
          <a:prstGeom prst="rect">
            <a:avLst/>
          </a:prstGeom>
        </p:spPr>
      </p:pic>
      <p:sp>
        <p:nvSpPr>
          <p:cNvPr id="12" name="TextBox 11">
            <a:extLst>
              <a:ext uri="{FF2B5EF4-FFF2-40B4-BE49-F238E27FC236}">
                <a16:creationId xmlns:a16="http://schemas.microsoft.com/office/drawing/2014/main" id="{03086550-931F-4C46-B3A7-4BEE69DBED4F}"/>
              </a:ext>
            </a:extLst>
          </p:cNvPr>
          <p:cNvSpPr txBox="1"/>
          <p:nvPr userDrawn="1"/>
        </p:nvSpPr>
        <p:spPr>
          <a:xfrm>
            <a:off x="1665806" y="4827483"/>
            <a:ext cx="5282281" cy="184666"/>
          </a:xfrm>
          <a:prstGeom prst="rect">
            <a:avLst/>
          </a:prstGeom>
          <a:noFill/>
        </p:spPr>
        <p:txBody>
          <a:bodyPr wrap="square" rtlCol="0">
            <a:spAutoFit/>
          </a:bodyPr>
          <a:lstStyle/>
          <a:p>
            <a:pPr algn="l"/>
            <a:r>
              <a:rPr lang="en-US" sz="600" b="0" i="1">
                <a:solidFill>
                  <a:srgbClr val="9C968E"/>
                </a:solidFill>
                <a:effectLst/>
                <a:latin typeface="Arial" panose="020B0604020202020204" pitchFamily="34" charset="0"/>
                <a:cs typeface="Arial" panose="020B0604020202020204" pitchFamily="34" charset="0"/>
              </a:rPr>
              <a:t>Insight Proprietary &amp; Confidential.</a:t>
            </a:r>
            <a:r>
              <a:rPr lang="en-US" sz="600" b="0" i="1" baseline="0">
                <a:solidFill>
                  <a:srgbClr val="9C968E"/>
                </a:solidFill>
                <a:effectLst/>
                <a:latin typeface="Arial" panose="020B0604020202020204" pitchFamily="34" charset="0"/>
                <a:cs typeface="Arial" panose="020B0604020202020204" pitchFamily="34" charset="0"/>
              </a:rPr>
              <a:t> Do Not Copy or Distribute. </a:t>
            </a:r>
            <a:r>
              <a:rPr lang="en-US" sz="600" b="0" i="1" kern="1200">
                <a:solidFill>
                  <a:srgbClr val="9C968E"/>
                </a:solidFill>
                <a:latin typeface="Arial" panose="020B0604020202020204" pitchFamily="34" charset="0"/>
                <a:ea typeface="+mn-ea"/>
                <a:cs typeface="Arial" panose="020B0604020202020204" pitchFamily="34" charset="0"/>
              </a:rPr>
              <a:t>© 2021 Insight Direct USA, Inc</a:t>
            </a:r>
            <a:r>
              <a:rPr lang="en-US" sz="600" b="0" i="1" baseline="0">
                <a:solidFill>
                  <a:srgbClr val="9C968E"/>
                </a:solidFill>
                <a:effectLst/>
                <a:latin typeface="Arial" panose="020B0604020202020204" pitchFamily="34" charset="0"/>
                <a:cs typeface="Arial" panose="020B0604020202020204" pitchFamily="34" charset="0"/>
              </a:rPr>
              <a:t>. All Rights Reserved.</a:t>
            </a:r>
            <a:endParaRPr lang="en-US" sz="600" b="0" i="1">
              <a:solidFill>
                <a:srgbClr val="9C968E"/>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989592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6_Title and Content">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17F89F88-D2AE-D141-95D4-85C830346A6B}"/>
              </a:ext>
            </a:extLst>
          </p:cNvPr>
          <p:cNvSpPr/>
          <p:nvPr userDrawn="1"/>
        </p:nvSpPr>
        <p:spPr>
          <a:xfrm>
            <a:off x="0" y="0"/>
            <a:ext cx="9144000" cy="5174071"/>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a:latin typeface="Arial" panose="020B0604020202020204" pitchFamily="34" charset="0"/>
            </a:endParaRPr>
          </a:p>
        </p:txBody>
      </p:sp>
      <p:pic>
        <p:nvPicPr>
          <p:cNvPr id="8" name="Picture 7" descr="A picture containing night, dark, light&#10;&#10;Description automatically generated">
            <a:extLst>
              <a:ext uri="{FF2B5EF4-FFF2-40B4-BE49-F238E27FC236}">
                <a16:creationId xmlns:a16="http://schemas.microsoft.com/office/drawing/2014/main" id="{4248E19C-F8EC-684C-85A0-046FDD2A545A}"/>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715000" y="-20782"/>
            <a:ext cx="3429000" cy="5194853"/>
          </a:xfrm>
          <a:prstGeom prst="rect">
            <a:avLst/>
          </a:prstGeom>
        </p:spPr>
      </p:pic>
      <p:pic>
        <p:nvPicPr>
          <p:cNvPr id="25" name="Picture 24" descr="A picture containing text, clipart&#10;&#10;Description automatically generated">
            <a:extLst>
              <a:ext uri="{FF2B5EF4-FFF2-40B4-BE49-F238E27FC236}">
                <a16:creationId xmlns:a16="http://schemas.microsoft.com/office/drawing/2014/main" id="{75BE91F6-86EF-C944-B627-E27DA8D8B0E8}"/>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26772" y="4578321"/>
            <a:ext cx="1539034" cy="565436"/>
          </a:xfrm>
          <a:prstGeom prst="rect">
            <a:avLst/>
          </a:prstGeom>
        </p:spPr>
      </p:pic>
      <p:sp>
        <p:nvSpPr>
          <p:cNvPr id="20" name="Title Placeholder 1">
            <a:extLst>
              <a:ext uri="{FF2B5EF4-FFF2-40B4-BE49-F238E27FC236}">
                <a16:creationId xmlns:a16="http://schemas.microsoft.com/office/drawing/2014/main" id="{73D9A5DB-21AF-5C41-A7E9-52043BD98E84}"/>
              </a:ext>
            </a:extLst>
          </p:cNvPr>
          <p:cNvSpPr>
            <a:spLocks noGrp="1"/>
          </p:cNvSpPr>
          <p:nvPr>
            <p:ph type="title"/>
          </p:nvPr>
        </p:nvSpPr>
        <p:spPr>
          <a:xfrm>
            <a:off x="242237" y="219831"/>
            <a:ext cx="4693446" cy="682400"/>
          </a:xfrm>
          <a:prstGeom prst="rect">
            <a:avLst/>
          </a:prstGeom>
        </p:spPr>
        <p:txBody>
          <a:bodyPr vert="horz" lIns="91440" tIns="45720" rIns="91440" bIns="45720" rtlCol="0" anchor="ctr">
            <a:noAutofit/>
          </a:bodyPr>
          <a:lstStyle>
            <a:lvl1pPr>
              <a:defRPr b="0" i="0"/>
            </a:lvl1pPr>
          </a:lstStyle>
          <a:p>
            <a:r>
              <a:rPr lang="en-US"/>
              <a:t>Click to edit Master title style</a:t>
            </a:r>
          </a:p>
        </p:txBody>
      </p:sp>
      <p:sp>
        <p:nvSpPr>
          <p:cNvPr id="21" name="Text Placeholder 2">
            <a:extLst>
              <a:ext uri="{FF2B5EF4-FFF2-40B4-BE49-F238E27FC236}">
                <a16:creationId xmlns:a16="http://schemas.microsoft.com/office/drawing/2014/main" id="{783DF560-6FED-CE41-BD4E-F06351BD094D}"/>
              </a:ext>
            </a:extLst>
          </p:cNvPr>
          <p:cNvSpPr>
            <a:spLocks noGrp="1"/>
          </p:cNvSpPr>
          <p:nvPr>
            <p:ph idx="1"/>
          </p:nvPr>
        </p:nvSpPr>
        <p:spPr>
          <a:xfrm>
            <a:off x="230067" y="986156"/>
            <a:ext cx="4705616" cy="2935419"/>
          </a:xfrm>
          <a:prstGeom prst="rect">
            <a:avLst/>
          </a:prstGeom>
        </p:spPr>
        <p:txBody>
          <a:bodyPr vert="horz" lIns="91440" tIns="45720" rIns="91440" bIns="45720" rtlCol="0">
            <a:noAutofit/>
          </a:bodyPr>
          <a:lstStyle>
            <a:lvl1pPr>
              <a:defRPr sz="1600" b="0" i="0"/>
            </a:lvl1pPr>
            <a:lvl2pPr>
              <a:defRPr b="0" i="0"/>
            </a:lvl2pPr>
            <a:lvl3pPr>
              <a:defRPr b="0" i="0"/>
            </a:lvl3pPr>
            <a:lvl4pPr>
              <a:defRPr b="0" i="0"/>
            </a:lvl4pPr>
            <a:lvl5pPr>
              <a:defRPr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Box 8">
            <a:extLst>
              <a:ext uri="{FF2B5EF4-FFF2-40B4-BE49-F238E27FC236}">
                <a16:creationId xmlns:a16="http://schemas.microsoft.com/office/drawing/2014/main" id="{AE117D36-4127-304E-A4D1-BB0E66BEB1CF}"/>
              </a:ext>
            </a:extLst>
          </p:cNvPr>
          <p:cNvSpPr txBox="1"/>
          <p:nvPr userDrawn="1"/>
        </p:nvSpPr>
        <p:spPr>
          <a:xfrm>
            <a:off x="1665806" y="4827483"/>
            <a:ext cx="5282281" cy="184666"/>
          </a:xfrm>
          <a:prstGeom prst="rect">
            <a:avLst/>
          </a:prstGeom>
          <a:noFill/>
        </p:spPr>
        <p:txBody>
          <a:bodyPr wrap="square" rtlCol="0">
            <a:spAutoFit/>
          </a:bodyPr>
          <a:lstStyle/>
          <a:p>
            <a:pPr algn="l"/>
            <a:r>
              <a:rPr lang="en-US" sz="600" b="0" i="1">
                <a:solidFill>
                  <a:srgbClr val="9C968E"/>
                </a:solidFill>
                <a:effectLst/>
                <a:latin typeface="Arial" panose="020B0604020202020204" pitchFamily="34" charset="0"/>
                <a:cs typeface="Arial" panose="020B0604020202020204" pitchFamily="34" charset="0"/>
              </a:rPr>
              <a:t>Insight Proprietary &amp; Confidential.</a:t>
            </a:r>
            <a:r>
              <a:rPr lang="en-US" sz="600" b="0" i="1" baseline="0">
                <a:solidFill>
                  <a:srgbClr val="9C968E"/>
                </a:solidFill>
                <a:effectLst/>
                <a:latin typeface="Arial" panose="020B0604020202020204" pitchFamily="34" charset="0"/>
                <a:cs typeface="Arial" panose="020B0604020202020204" pitchFamily="34" charset="0"/>
              </a:rPr>
              <a:t> Do Not Copy or Distribute. </a:t>
            </a:r>
            <a:r>
              <a:rPr lang="en-US" sz="600" b="0" i="1" kern="1200">
                <a:solidFill>
                  <a:srgbClr val="9C968E"/>
                </a:solidFill>
                <a:latin typeface="Arial" panose="020B0604020202020204" pitchFamily="34" charset="0"/>
                <a:ea typeface="+mn-ea"/>
                <a:cs typeface="Arial" panose="020B0604020202020204" pitchFamily="34" charset="0"/>
              </a:rPr>
              <a:t>© 2021 Insight Direct USA, Inc</a:t>
            </a:r>
            <a:r>
              <a:rPr lang="en-US" sz="600" b="0" i="1" baseline="0">
                <a:solidFill>
                  <a:srgbClr val="9C968E"/>
                </a:solidFill>
                <a:effectLst/>
                <a:latin typeface="Arial" panose="020B0604020202020204" pitchFamily="34" charset="0"/>
                <a:cs typeface="Arial" panose="020B0604020202020204" pitchFamily="34" charset="0"/>
              </a:rPr>
              <a:t>. All Rights Reserved.</a:t>
            </a:r>
            <a:endParaRPr lang="en-US" sz="600" b="0" i="1">
              <a:solidFill>
                <a:srgbClr val="9C968E"/>
              </a:solidFill>
              <a:effectLst/>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A1E4433D-E6A8-BF43-A4EF-2C6A2FD1E034}"/>
              </a:ext>
            </a:extLst>
          </p:cNvPr>
          <p:cNvSpPr txBox="1"/>
          <p:nvPr userDrawn="1"/>
        </p:nvSpPr>
        <p:spPr>
          <a:xfrm>
            <a:off x="8645050" y="4795379"/>
            <a:ext cx="644577" cy="230832"/>
          </a:xfrm>
          <a:prstGeom prst="rect">
            <a:avLst/>
          </a:prstGeom>
          <a:noFill/>
        </p:spPr>
        <p:txBody>
          <a:bodyPr wrap="square" rtlCol="0">
            <a:spAutoFit/>
          </a:bodyPr>
          <a:lstStyle/>
          <a:p>
            <a:fld id="{8F57A718-7638-AA4D-9012-BBF5E9D5FCFE}" type="slidenum">
              <a:rPr lang="en-US" sz="900" b="0" i="0" smtClean="0">
                <a:solidFill>
                  <a:srgbClr val="9C968E"/>
                </a:solidFill>
                <a:latin typeface="Arial Regular"/>
                <a:cs typeface="Verdana"/>
              </a:rPr>
              <a:t>‹#›</a:t>
            </a:fld>
            <a:endParaRPr lang="en-US" sz="900" b="0" i="0" err="1">
              <a:solidFill>
                <a:srgbClr val="9C968E"/>
              </a:solidFill>
              <a:latin typeface="Arial Regular"/>
              <a:cs typeface="Verdana"/>
            </a:endParaRPr>
          </a:p>
        </p:txBody>
      </p:sp>
    </p:spTree>
    <p:extLst>
      <p:ext uri="{BB962C8B-B14F-4D97-AF65-F5344CB8AC3E}">
        <p14:creationId xmlns:p14="http://schemas.microsoft.com/office/powerpoint/2010/main" val="23585681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0_Title and Conten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2F6D5B3-9144-2448-8F40-C9320F9F7276}"/>
              </a:ext>
            </a:extLst>
          </p:cNvPr>
          <p:cNvSpPr/>
          <p:nvPr userDrawn="1"/>
        </p:nvSpPr>
        <p:spPr>
          <a:xfrm>
            <a:off x="0" y="0"/>
            <a:ext cx="5715000" cy="51752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latin typeface="Arial" panose="020B0604020202020204" pitchFamily="34" charset="0"/>
              <a:cs typeface="Arial" panose="020B0604020202020204" pitchFamily="34" charset="0"/>
            </a:endParaRPr>
          </a:p>
        </p:txBody>
      </p:sp>
      <p:pic>
        <p:nvPicPr>
          <p:cNvPr id="12" name="Picture 11">
            <a:extLst>
              <a:ext uri="{FF2B5EF4-FFF2-40B4-BE49-F238E27FC236}">
                <a16:creationId xmlns:a16="http://schemas.microsoft.com/office/drawing/2014/main" id="{F3B688E1-81B3-E44D-AF49-32CEF73E19C4}"/>
              </a:ext>
            </a:extLst>
          </p:cNvPr>
          <p:cNvPicPr>
            <a:picLocks noChangeAspect="1"/>
          </p:cNvPicPr>
          <p:nvPr userDrawn="1"/>
        </p:nvPicPr>
        <p:blipFill>
          <a:blip r:embed="rId2"/>
          <a:stretch>
            <a:fillRect/>
          </a:stretch>
        </p:blipFill>
        <p:spPr>
          <a:xfrm>
            <a:off x="128360" y="4577005"/>
            <a:ext cx="1539033" cy="564499"/>
          </a:xfrm>
          <a:prstGeom prst="rect">
            <a:avLst/>
          </a:prstGeom>
        </p:spPr>
      </p:pic>
      <p:pic>
        <p:nvPicPr>
          <p:cNvPr id="8" name="Picture 7" descr="A picture containing night, dark, light&#10;&#10;Description automatically generated">
            <a:extLst>
              <a:ext uri="{FF2B5EF4-FFF2-40B4-BE49-F238E27FC236}">
                <a16:creationId xmlns:a16="http://schemas.microsoft.com/office/drawing/2014/main" id="{4248E19C-F8EC-684C-85A0-046FDD2A545A}"/>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5715000" y="-20782"/>
            <a:ext cx="3429000" cy="5194853"/>
          </a:xfrm>
          <a:prstGeom prst="rect">
            <a:avLst/>
          </a:prstGeom>
        </p:spPr>
      </p:pic>
      <p:sp>
        <p:nvSpPr>
          <p:cNvPr id="10" name="TextBox 9">
            <a:extLst>
              <a:ext uri="{FF2B5EF4-FFF2-40B4-BE49-F238E27FC236}">
                <a16:creationId xmlns:a16="http://schemas.microsoft.com/office/drawing/2014/main" id="{A1E4433D-E6A8-BF43-A4EF-2C6A2FD1E034}"/>
              </a:ext>
            </a:extLst>
          </p:cNvPr>
          <p:cNvSpPr txBox="1"/>
          <p:nvPr userDrawn="1"/>
        </p:nvSpPr>
        <p:spPr>
          <a:xfrm>
            <a:off x="8645050" y="4795379"/>
            <a:ext cx="644577" cy="230832"/>
          </a:xfrm>
          <a:prstGeom prst="rect">
            <a:avLst/>
          </a:prstGeom>
          <a:noFill/>
        </p:spPr>
        <p:txBody>
          <a:bodyPr wrap="square" rtlCol="0">
            <a:spAutoFit/>
          </a:bodyPr>
          <a:lstStyle/>
          <a:p>
            <a:fld id="{8F57A718-7638-AA4D-9012-BBF5E9D5FCFE}" type="slidenum">
              <a:rPr lang="en-US" sz="900" b="0" i="0" smtClean="0">
                <a:solidFill>
                  <a:srgbClr val="9C968E"/>
                </a:solidFill>
                <a:latin typeface="Arial Regular"/>
                <a:cs typeface="Verdana"/>
              </a:rPr>
              <a:t>‹#›</a:t>
            </a:fld>
            <a:endParaRPr lang="en-US" sz="900" b="0" i="0" err="1">
              <a:solidFill>
                <a:srgbClr val="9C968E"/>
              </a:solidFill>
              <a:latin typeface="Arial Regular"/>
              <a:cs typeface="Verdana"/>
            </a:endParaRPr>
          </a:p>
        </p:txBody>
      </p:sp>
      <p:sp>
        <p:nvSpPr>
          <p:cNvPr id="13" name="Title Placeholder 1">
            <a:extLst>
              <a:ext uri="{FF2B5EF4-FFF2-40B4-BE49-F238E27FC236}">
                <a16:creationId xmlns:a16="http://schemas.microsoft.com/office/drawing/2014/main" id="{82C00AFC-9BB0-7E43-A790-B1159ED10449}"/>
              </a:ext>
            </a:extLst>
          </p:cNvPr>
          <p:cNvSpPr>
            <a:spLocks noGrp="1"/>
          </p:cNvSpPr>
          <p:nvPr>
            <p:ph type="title"/>
          </p:nvPr>
        </p:nvSpPr>
        <p:spPr>
          <a:xfrm>
            <a:off x="242237" y="219831"/>
            <a:ext cx="4693446" cy="682400"/>
          </a:xfrm>
          <a:prstGeom prst="rect">
            <a:avLst/>
          </a:prstGeom>
        </p:spPr>
        <p:txBody>
          <a:bodyPr vert="horz" lIns="91440" tIns="45720" rIns="91440" bIns="45720" rtlCol="0" anchor="ctr">
            <a:noAutofit/>
          </a:bodyPr>
          <a:lstStyle>
            <a:lvl1pPr>
              <a:defRPr b="0" i="0">
                <a:solidFill>
                  <a:srgbClr val="726963"/>
                </a:solidFill>
              </a:defRPr>
            </a:lvl1pPr>
          </a:lstStyle>
          <a:p>
            <a:r>
              <a:rPr lang="en-US"/>
              <a:t>Click to edit Master title style</a:t>
            </a:r>
          </a:p>
        </p:txBody>
      </p:sp>
      <p:sp>
        <p:nvSpPr>
          <p:cNvPr id="14" name="Text Placeholder 2">
            <a:extLst>
              <a:ext uri="{FF2B5EF4-FFF2-40B4-BE49-F238E27FC236}">
                <a16:creationId xmlns:a16="http://schemas.microsoft.com/office/drawing/2014/main" id="{AC45091A-C143-E148-91A5-EE4060F3A320}"/>
              </a:ext>
            </a:extLst>
          </p:cNvPr>
          <p:cNvSpPr>
            <a:spLocks noGrp="1"/>
          </p:cNvSpPr>
          <p:nvPr>
            <p:ph idx="1"/>
          </p:nvPr>
        </p:nvSpPr>
        <p:spPr>
          <a:xfrm>
            <a:off x="230067" y="986156"/>
            <a:ext cx="4705616" cy="2935419"/>
          </a:xfrm>
          <a:prstGeom prst="rect">
            <a:avLst/>
          </a:prstGeom>
        </p:spPr>
        <p:txBody>
          <a:bodyPr vert="horz" lIns="91440" tIns="45720" rIns="91440" bIns="45720" rtlCol="0">
            <a:noAutofit/>
          </a:bodyPr>
          <a:lstStyle>
            <a:lvl1pPr>
              <a:defRPr sz="1600" b="0" i="0">
                <a:solidFill>
                  <a:srgbClr val="352E28"/>
                </a:solidFill>
              </a:defRPr>
            </a:lvl1pPr>
            <a:lvl2pPr>
              <a:defRPr b="0" i="0">
                <a:solidFill>
                  <a:srgbClr val="352E28"/>
                </a:solidFill>
              </a:defRPr>
            </a:lvl2pPr>
            <a:lvl3pPr>
              <a:defRPr b="0" i="0">
                <a:solidFill>
                  <a:srgbClr val="352E28"/>
                </a:solidFill>
              </a:defRPr>
            </a:lvl3pPr>
            <a:lvl4pPr>
              <a:defRPr b="0" i="0">
                <a:solidFill>
                  <a:srgbClr val="352E28"/>
                </a:solidFill>
              </a:defRPr>
            </a:lvl4pPr>
            <a:lvl5pPr>
              <a:defRPr b="0" i="0">
                <a:solidFill>
                  <a:srgbClr val="352E28"/>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Box 14">
            <a:extLst>
              <a:ext uri="{FF2B5EF4-FFF2-40B4-BE49-F238E27FC236}">
                <a16:creationId xmlns:a16="http://schemas.microsoft.com/office/drawing/2014/main" id="{6ED6A637-11F8-7F45-96AA-4AEA94BF28CC}"/>
              </a:ext>
            </a:extLst>
          </p:cNvPr>
          <p:cNvSpPr txBox="1"/>
          <p:nvPr userDrawn="1"/>
        </p:nvSpPr>
        <p:spPr>
          <a:xfrm>
            <a:off x="1665806" y="4827483"/>
            <a:ext cx="5282281" cy="184666"/>
          </a:xfrm>
          <a:prstGeom prst="rect">
            <a:avLst/>
          </a:prstGeom>
          <a:noFill/>
        </p:spPr>
        <p:txBody>
          <a:bodyPr wrap="square" rtlCol="0">
            <a:spAutoFit/>
          </a:bodyPr>
          <a:lstStyle/>
          <a:p>
            <a:pPr algn="l"/>
            <a:r>
              <a:rPr lang="en-US" sz="600" b="0" i="1">
                <a:solidFill>
                  <a:srgbClr val="9C968E"/>
                </a:solidFill>
                <a:effectLst/>
                <a:latin typeface="Arial" panose="020B0604020202020204" pitchFamily="34" charset="0"/>
                <a:cs typeface="Arial" panose="020B0604020202020204" pitchFamily="34" charset="0"/>
              </a:rPr>
              <a:t>Insight Proprietary &amp; Confidential.</a:t>
            </a:r>
            <a:r>
              <a:rPr lang="en-US" sz="600" b="0" i="1" baseline="0">
                <a:solidFill>
                  <a:srgbClr val="9C968E"/>
                </a:solidFill>
                <a:effectLst/>
                <a:latin typeface="Arial" panose="020B0604020202020204" pitchFamily="34" charset="0"/>
                <a:cs typeface="Arial" panose="020B0604020202020204" pitchFamily="34" charset="0"/>
              </a:rPr>
              <a:t> Do Not Copy or Distribute. </a:t>
            </a:r>
            <a:r>
              <a:rPr lang="en-US" sz="600" b="0" i="1" kern="1200">
                <a:solidFill>
                  <a:srgbClr val="9C968E"/>
                </a:solidFill>
                <a:latin typeface="Arial" panose="020B0604020202020204" pitchFamily="34" charset="0"/>
                <a:ea typeface="+mn-ea"/>
                <a:cs typeface="Arial" panose="020B0604020202020204" pitchFamily="34" charset="0"/>
              </a:rPr>
              <a:t>© 2021 Insight Direct USA, Inc</a:t>
            </a:r>
            <a:r>
              <a:rPr lang="en-US" sz="600" b="0" i="1" baseline="0">
                <a:solidFill>
                  <a:srgbClr val="9C968E"/>
                </a:solidFill>
                <a:effectLst/>
                <a:latin typeface="Arial" panose="020B0604020202020204" pitchFamily="34" charset="0"/>
                <a:cs typeface="Arial" panose="020B0604020202020204" pitchFamily="34" charset="0"/>
              </a:rPr>
              <a:t>. All Rights Reserved.</a:t>
            </a:r>
            <a:endParaRPr lang="en-US" sz="600" b="0" i="1">
              <a:solidFill>
                <a:srgbClr val="9C968E"/>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372004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8_Title and Content">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17F89F88-D2AE-D141-95D4-85C830346A6B}"/>
              </a:ext>
            </a:extLst>
          </p:cNvPr>
          <p:cNvSpPr/>
          <p:nvPr userDrawn="1"/>
        </p:nvSpPr>
        <p:spPr>
          <a:xfrm>
            <a:off x="0" y="0"/>
            <a:ext cx="9144000" cy="5174071"/>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a:latin typeface="Arial" panose="020B0604020202020204" pitchFamily="34" charset="0"/>
            </a:endParaRPr>
          </a:p>
        </p:txBody>
      </p:sp>
      <p:pic>
        <p:nvPicPr>
          <p:cNvPr id="3" name="Picture 2" descr="A picture containing laser, dark&#10;&#10;Description automatically generated">
            <a:extLst>
              <a:ext uri="{FF2B5EF4-FFF2-40B4-BE49-F238E27FC236}">
                <a16:creationId xmlns:a16="http://schemas.microsoft.com/office/drawing/2014/main" id="{EA595E00-08B0-BD43-B7EF-408C102F517D}"/>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704609" y="10089"/>
            <a:ext cx="3439391" cy="5159087"/>
          </a:xfrm>
          <a:prstGeom prst="rect">
            <a:avLst/>
          </a:prstGeom>
        </p:spPr>
      </p:pic>
      <p:pic>
        <p:nvPicPr>
          <p:cNvPr id="25" name="Picture 24" descr="A picture containing text, clipart&#10;&#10;Description automatically generated">
            <a:extLst>
              <a:ext uri="{FF2B5EF4-FFF2-40B4-BE49-F238E27FC236}">
                <a16:creationId xmlns:a16="http://schemas.microsoft.com/office/drawing/2014/main" id="{75BE91F6-86EF-C944-B627-E27DA8D8B0E8}"/>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26772" y="4578321"/>
            <a:ext cx="1539034" cy="565436"/>
          </a:xfrm>
          <a:prstGeom prst="rect">
            <a:avLst/>
          </a:prstGeom>
        </p:spPr>
      </p:pic>
      <p:sp>
        <p:nvSpPr>
          <p:cNvPr id="20" name="Title Placeholder 1">
            <a:extLst>
              <a:ext uri="{FF2B5EF4-FFF2-40B4-BE49-F238E27FC236}">
                <a16:creationId xmlns:a16="http://schemas.microsoft.com/office/drawing/2014/main" id="{73D9A5DB-21AF-5C41-A7E9-52043BD98E84}"/>
              </a:ext>
            </a:extLst>
          </p:cNvPr>
          <p:cNvSpPr>
            <a:spLocks noGrp="1"/>
          </p:cNvSpPr>
          <p:nvPr>
            <p:ph type="title"/>
          </p:nvPr>
        </p:nvSpPr>
        <p:spPr>
          <a:xfrm>
            <a:off x="242237" y="219831"/>
            <a:ext cx="4693446" cy="682400"/>
          </a:xfrm>
          <a:prstGeom prst="rect">
            <a:avLst/>
          </a:prstGeom>
        </p:spPr>
        <p:txBody>
          <a:bodyPr vert="horz" lIns="91440" tIns="45720" rIns="91440" bIns="45720" rtlCol="0" anchor="ctr">
            <a:noAutofit/>
          </a:bodyPr>
          <a:lstStyle>
            <a:lvl1pPr>
              <a:defRPr b="0" i="0"/>
            </a:lvl1pPr>
          </a:lstStyle>
          <a:p>
            <a:r>
              <a:rPr lang="en-US"/>
              <a:t>Click to edit Master title style</a:t>
            </a:r>
          </a:p>
        </p:txBody>
      </p:sp>
      <p:sp>
        <p:nvSpPr>
          <p:cNvPr id="21" name="Text Placeholder 2">
            <a:extLst>
              <a:ext uri="{FF2B5EF4-FFF2-40B4-BE49-F238E27FC236}">
                <a16:creationId xmlns:a16="http://schemas.microsoft.com/office/drawing/2014/main" id="{783DF560-6FED-CE41-BD4E-F06351BD094D}"/>
              </a:ext>
            </a:extLst>
          </p:cNvPr>
          <p:cNvSpPr>
            <a:spLocks noGrp="1"/>
          </p:cNvSpPr>
          <p:nvPr>
            <p:ph idx="1"/>
          </p:nvPr>
        </p:nvSpPr>
        <p:spPr>
          <a:xfrm>
            <a:off x="230067" y="986156"/>
            <a:ext cx="4705616" cy="2935419"/>
          </a:xfrm>
          <a:prstGeom prst="rect">
            <a:avLst/>
          </a:prstGeom>
        </p:spPr>
        <p:txBody>
          <a:bodyPr vert="horz" lIns="91440" tIns="45720" rIns="91440" bIns="45720" rtlCol="0">
            <a:noAutofit/>
          </a:bodyPr>
          <a:lstStyle>
            <a:lvl1pPr>
              <a:defRPr sz="1600" b="0" i="0"/>
            </a:lvl1pPr>
            <a:lvl2pPr>
              <a:defRPr b="0" i="0"/>
            </a:lvl2pPr>
            <a:lvl3pPr>
              <a:defRPr b="0" i="0"/>
            </a:lvl3pPr>
            <a:lvl4pPr>
              <a:defRPr b="0" i="0"/>
            </a:lvl4pPr>
            <a:lvl5pPr>
              <a:defRPr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Box 8">
            <a:extLst>
              <a:ext uri="{FF2B5EF4-FFF2-40B4-BE49-F238E27FC236}">
                <a16:creationId xmlns:a16="http://schemas.microsoft.com/office/drawing/2014/main" id="{0434A34D-B069-9045-B30B-3E5649C47B74}"/>
              </a:ext>
            </a:extLst>
          </p:cNvPr>
          <p:cNvSpPr txBox="1"/>
          <p:nvPr userDrawn="1"/>
        </p:nvSpPr>
        <p:spPr>
          <a:xfrm>
            <a:off x="1665806" y="4827483"/>
            <a:ext cx="5282281" cy="184666"/>
          </a:xfrm>
          <a:prstGeom prst="rect">
            <a:avLst/>
          </a:prstGeom>
          <a:noFill/>
        </p:spPr>
        <p:txBody>
          <a:bodyPr wrap="square" rtlCol="0">
            <a:spAutoFit/>
          </a:bodyPr>
          <a:lstStyle/>
          <a:p>
            <a:pPr algn="l"/>
            <a:r>
              <a:rPr lang="en-US" sz="600" b="0" i="1">
                <a:solidFill>
                  <a:srgbClr val="9C968E"/>
                </a:solidFill>
                <a:effectLst/>
                <a:latin typeface="Arial" panose="020B0604020202020204" pitchFamily="34" charset="0"/>
                <a:cs typeface="Arial" panose="020B0604020202020204" pitchFamily="34" charset="0"/>
              </a:rPr>
              <a:t>Insight Proprietary &amp; Confidential.</a:t>
            </a:r>
            <a:r>
              <a:rPr lang="en-US" sz="600" b="0" i="1" baseline="0">
                <a:solidFill>
                  <a:srgbClr val="9C968E"/>
                </a:solidFill>
                <a:effectLst/>
                <a:latin typeface="Arial" panose="020B0604020202020204" pitchFamily="34" charset="0"/>
                <a:cs typeface="Arial" panose="020B0604020202020204" pitchFamily="34" charset="0"/>
              </a:rPr>
              <a:t> Do Not Copy or Distribute. </a:t>
            </a:r>
            <a:r>
              <a:rPr lang="en-US" sz="600" b="0" i="1" kern="1200">
                <a:solidFill>
                  <a:srgbClr val="9C968E"/>
                </a:solidFill>
                <a:latin typeface="Arial" panose="020B0604020202020204" pitchFamily="34" charset="0"/>
                <a:ea typeface="+mn-ea"/>
                <a:cs typeface="Arial" panose="020B0604020202020204" pitchFamily="34" charset="0"/>
              </a:rPr>
              <a:t>© 2021 Insight Direct USA, Inc</a:t>
            </a:r>
            <a:r>
              <a:rPr lang="en-US" sz="600" b="0" i="1" baseline="0">
                <a:solidFill>
                  <a:srgbClr val="9C968E"/>
                </a:solidFill>
                <a:effectLst/>
                <a:latin typeface="Arial" panose="020B0604020202020204" pitchFamily="34" charset="0"/>
                <a:cs typeface="Arial" panose="020B0604020202020204" pitchFamily="34" charset="0"/>
              </a:rPr>
              <a:t>. All Rights Reserved.</a:t>
            </a:r>
            <a:endParaRPr lang="en-US" sz="600" b="0" i="1">
              <a:solidFill>
                <a:srgbClr val="9C968E"/>
              </a:solidFill>
              <a:effectLst/>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21E96D32-F7EB-8F4E-83E2-4DBDD672966E}"/>
              </a:ext>
            </a:extLst>
          </p:cNvPr>
          <p:cNvSpPr txBox="1"/>
          <p:nvPr userDrawn="1"/>
        </p:nvSpPr>
        <p:spPr>
          <a:xfrm>
            <a:off x="8645050" y="4795379"/>
            <a:ext cx="644577" cy="230832"/>
          </a:xfrm>
          <a:prstGeom prst="rect">
            <a:avLst/>
          </a:prstGeom>
          <a:noFill/>
        </p:spPr>
        <p:txBody>
          <a:bodyPr wrap="square" rtlCol="0">
            <a:spAutoFit/>
          </a:bodyPr>
          <a:lstStyle/>
          <a:p>
            <a:fld id="{8F57A718-7638-AA4D-9012-BBF5E9D5FCFE}" type="slidenum">
              <a:rPr lang="en-US" sz="900" b="0" i="0" smtClean="0">
                <a:solidFill>
                  <a:srgbClr val="9C968E"/>
                </a:solidFill>
                <a:latin typeface="Arial Regular"/>
                <a:cs typeface="Verdana"/>
              </a:rPr>
              <a:t>‹#›</a:t>
            </a:fld>
            <a:endParaRPr lang="en-US" sz="900" b="0" i="0" err="1">
              <a:solidFill>
                <a:srgbClr val="9C968E"/>
              </a:solidFill>
              <a:latin typeface="Arial Regular"/>
              <a:cs typeface="Verdana"/>
            </a:endParaRPr>
          </a:p>
        </p:txBody>
      </p:sp>
    </p:spTree>
    <p:extLst>
      <p:ext uri="{BB962C8B-B14F-4D97-AF65-F5344CB8AC3E}">
        <p14:creationId xmlns:p14="http://schemas.microsoft.com/office/powerpoint/2010/main" val="26547844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1_Title and Content">
    <p:spTree>
      <p:nvGrpSpPr>
        <p:cNvPr id="1" name=""/>
        <p:cNvGrpSpPr/>
        <p:nvPr/>
      </p:nvGrpSpPr>
      <p:grpSpPr>
        <a:xfrm>
          <a:off x="0" y="0"/>
          <a:ext cx="0" cy="0"/>
          <a:chOff x="0" y="0"/>
          <a:chExt cx="0" cy="0"/>
        </a:xfrm>
      </p:grpSpPr>
      <p:pic>
        <p:nvPicPr>
          <p:cNvPr id="3" name="Picture 2" descr="A picture containing laser, dark&#10;&#10;Description automatically generated">
            <a:extLst>
              <a:ext uri="{FF2B5EF4-FFF2-40B4-BE49-F238E27FC236}">
                <a16:creationId xmlns:a16="http://schemas.microsoft.com/office/drawing/2014/main" id="{EA595E00-08B0-BD43-B7EF-408C102F517D}"/>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704609" y="10089"/>
            <a:ext cx="3439391" cy="5159087"/>
          </a:xfrm>
          <a:prstGeom prst="rect">
            <a:avLst/>
          </a:prstGeom>
        </p:spPr>
      </p:pic>
      <p:sp>
        <p:nvSpPr>
          <p:cNvPr id="10" name="TextBox 9">
            <a:extLst>
              <a:ext uri="{FF2B5EF4-FFF2-40B4-BE49-F238E27FC236}">
                <a16:creationId xmlns:a16="http://schemas.microsoft.com/office/drawing/2014/main" id="{21E96D32-F7EB-8F4E-83E2-4DBDD672966E}"/>
              </a:ext>
            </a:extLst>
          </p:cNvPr>
          <p:cNvSpPr txBox="1"/>
          <p:nvPr userDrawn="1"/>
        </p:nvSpPr>
        <p:spPr>
          <a:xfrm>
            <a:off x="8645050" y="4795379"/>
            <a:ext cx="644577" cy="230832"/>
          </a:xfrm>
          <a:prstGeom prst="rect">
            <a:avLst/>
          </a:prstGeom>
          <a:noFill/>
        </p:spPr>
        <p:txBody>
          <a:bodyPr wrap="square" rtlCol="0">
            <a:spAutoFit/>
          </a:bodyPr>
          <a:lstStyle/>
          <a:p>
            <a:fld id="{8F57A718-7638-AA4D-9012-BBF5E9D5FCFE}" type="slidenum">
              <a:rPr lang="en-US" sz="900" b="0" i="0" smtClean="0">
                <a:solidFill>
                  <a:srgbClr val="9C968E"/>
                </a:solidFill>
                <a:latin typeface="Arial Regular"/>
                <a:cs typeface="Verdana"/>
              </a:rPr>
              <a:t>‹#›</a:t>
            </a:fld>
            <a:endParaRPr lang="en-US" sz="900" b="0" i="0" err="1">
              <a:solidFill>
                <a:srgbClr val="9C968E"/>
              </a:solidFill>
              <a:latin typeface="Arial Regular"/>
              <a:cs typeface="Verdana"/>
            </a:endParaRPr>
          </a:p>
        </p:txBody>
      </p:sp>
      <p:sp>
        <p:nvSpPr>
          <p:cNvPr id="11" name="Rectangle 10">
            <a:extLst>
              <a:ext uri="{FF2B5EF4-FFF2-40B4-BE49-F238E27FC236}">
                <a16:creationId xmlns:a16="http://schemas.microsoft.com/office/drawing/2014/main" id="{DDCE10DE-CB83-DA4B-9BD2-FEFD032DC526}"/>
              </a:ext>
            </a:extLst>
          </p:cNvPr>
          <p:cNvSpPr/>
          <p:nvPr userDrawn="1"/>
        </p:nvSpPr>
        <p:spPr>
          <a:xfrm>
            <a:off x="0" y="0"/>
            <a:ext cx="5715000" cy="51752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latin typeface="Arial" panose="020B0604020202020204" pitchFamily="34" charset="0"/>
              <a:cs typeface="Arial" panose="020B0604020202020204" pitchFamily="34" charset="0"/>
            </a:endParaRPr>
          </a:p>
        </p:txBody>
      </p:sp>
      <p:pic>
        <p:nvPicPr>
          <p:cNvPr id="12" name="Picture 11">
            <a:extLst>
              <a:ext uri="{FF2B5EF4-FFF2-40B4-BE49-F238E27FC236}">
                <a16:creationId xmlns:a16="http://schemas.microsoft.com/office/drawing/2014/main" id="{56D490A5-BB70-0E41-82FF-BC48224C973D}"/>
              </a:ext>
            </a:extLst>
          </p:cNvPr>
          <p:cNvPicPr>
            <a:picLocks noChangeAspect="1"/>
          </p:cNvPicPr>
          <p:nvPr userDrawn="1"/>
        </p:nvPicPr>
        <p:blipFill>
          <a:blip r:embed="rId3"/>
          <a:stretch>
            <a:fillRect/>
          </a:stretch>
        </p:blipFill>
        <p:spPr>
          <a:xfrm>
            <a:off x="128360" y="4577005"/>
            <a:ext cx="1539033" cy="564499"/>
          </a:xfrm>
          <a:prstGeom prst="rect">
            <a:avLst/>
          </a:prstGeom>
        </p:spPr>
      </p:pic>
      <p:sp>
        <p:nvSpPr>
          <p:cNvPr id="13" name="Title Placeholder 1">
            <a:extLst>
              <a:ext uri="{FF2B5EF4-FFF2-40B4-BE49-F238E27FC236}">
                <a16:creationId xmlns:a16="http://schemas.microsoft.com/office/drawing/2014/main" id="{27D25A2C-F370-0E4E-9966-C0CAC8CD911C}"/>
              </a:ext>
            </a:extLst>
          </p:cNvPr>
          <p:cNvSpPr>
            <a:spLocks noGrp="1"/>
          </p:cNvSpPr>
          <p:nvPr>
            <p:ph type="title"/>
          </p:nvPr>
        </p:nvSpPr>
        <p:spPr>
          <a:xfrm>
            <a:off x="242237" y="219831"/>
            <a:ext cx="4693446" cy="682400"/>
          </a:xfrm>
          <a:prstGeom prst="rect">
            <a:avLst/>
          </a:prstGeom>
        </p:spPr>
        <p:txBody>
          <a:bodyPr vert="horz" lIns="91440" tIns="45720" rIns="91440" bIns="45720" rtlCol="0" anchor="ctr">
            <a:noAutofit/>
          </a:bodyPr>
          <a:lstStyle>
            <a:lvl1pPr>
              <a:defRPr b="0" i="0">
                <a:solidFill>
                  <a:srgbClr val="726963"/>
                </a:solidFill>
              </a:defRPr>
            </a:lvl1pPr>
          </a:lstStyle>
          <a:p>
            <a:r>
              <a:rPr lang="en-US"/>
              <a:t>Click to edit Master title style</a:t>
            </a:r>
          </a:p>
        </p:txBody>
      </p:sp>
      <p:sp>
        <p:nvSpPr>
          <p:cNvPr id="14" name="Text Placeholder 2">
            <a:extLst>
              <a:ext uri="{FF2B5EF4-FFF2-40B4-BE49-F238E27FC236}">
                <a16:creationId xmlns:a16="http://schemas.microsoft.com/office/drawing/2014/main" id="{2BC0DE26-9A92-6D45-B4A1-99D3C6BDA5AF}"/>
              </a:ext>
            </a:extLst>
          </p:cNvPr>
          <p:cNvSpPr>
            <a:spLocks noGrp="1"/>
          </p:cNvSpPr>
          <p:nvPr>
            <p:ph idx="1"/>
          </p:nvPr>
        </p:nvSpPr>
        <p:spPr>
          <a:xfrm>
            <a:off x="230067" y="986156"/>
            <a:ext cx="4705616" cy="2935419"/>
          </a:xfrm>
          <a:prstGeom prst="rect">
            <a:avLst/>
          </a:prstGeom>
        </p:spPr>
        <p:txBody>
          <a:bodyPr vert="horz" lIns="91440" tIns="45720" rIns="91440" bIns="45720" rtlCol="0">
            <a:noAutofit/>
          </a:bodyPr>
          <a:lstStyle>
            <a:lvl1pPr>
              <a:defRPr sz="1600" b="0" i="0">
                <a:solidFill>
                  <a:srgbClr val="352E28"/>
                </a:solidFill>
              </a:defRPr>
            </a:lvl1pPr>
            <a:lvl2pPr>
              <a:defRPr b="0" i="0">
                <a:solidFill>
                  <a:srgbClr val="352E28"/>
                </a:solidFill>
              </a:defRPr>
            </a:lvl2pPr>
            <a:lvl3pPr>
              <a:defRPr b="0" i="0">
                <a:solidFill>
                  <a:srgbClr val="352E28"/>
                </a:solidFill>
              </a:defRPr>
            </a:lvl3pPr>
            <a:lvl4pPr>
              <a:defRPr b="0" i="0">
                <a:solidFill>
                  <a:srgbClr val="352E28"/>
                </a:solidFill>
              </a:defRPr>
            </a:lvl4pPr>
            <a:lvl5pPr>
              <a:defRPr b="0" i="0">
                <a:solidFill>
                  <a:srgbClr val="352E28"/>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Box 14">
            <a:extLst>
              <a:ext uri="{FF2B5EF4-FFF2-40B4-BE49-F238E27FC236}">
                <a16:creationId xmlns:a16="http://schemas.microsoft.com/office/drawing/2014/main" id="{84332813-F96B-2B40-9AD1-9D05620E35E3}"/>
              </a:ext>
            </a:extLst>
          </p:cNvPr>
          <p:cNvSpPr txBox="1"/>
          <p:nvPr userDrawn="1"/>
        </p:nvSpPr>
        <p:spPr>
          <a:xfrm>
            <a:off x="1665806" y="4827483"/>
            <a:ext cx="5282281" cy="184666"/>
          </a:xfrm>
          <a:prstGeom prst="rect">
            <a:avLst/>
          </a:prstGeom>
          <a:noFill/>
        </p:spPr>
        <p:txBody>
          <a:bodyPr wrap="square" rtlCol="0">
            <a:spAutoFit/>
          </a:bodyPr>
          <a:lstStyle/>
          <a:p>
            <a:pPr algn="l"/>
            <a:r>
              <a:rPr lang="en-US" sz="600" b="0" i="1">
                <a:solidFill>
                  <a:srgbClr val="9C968E"/>
                </a:solidFill>
                <a:effectLst/>
                <a:latin typeface="Arial" panose="020B0604020202020204" pitchFamily="34" charset="0"/>
                <a:cs typeface="Arial" panose="020B0604020202020204" pitchFamily="34" charset="0"/>
              </a:rPr>
              <a:t>Insight Proprietary &amp; Confidential.</a:t>
            </a:r>
            <a:r>
              <a:rPr lang="en-US" sz="600" b="0" i="1" baseline="0">
                <a:solidFill>
                  <a:srgbClr val="9C968E"/>
                </a:solidFill>
                <a:effectLst/>
                <a:latin typeface="Arial" panose="020B0604020202020204" pitchFamily="34" charset="0"/>
                <a:cs typeface="Arial" panose="020B0604020202020204" pitchFamily="34" charset="0"/>
              </a:rPr>
              <a:t> Do Not Copy or Distribute. </a:t>
            </a:r>
            <a:r>
              <a:rPr lang="en-US" sz="600" b="0" i="1" kern="1200">
                <a:solidFill>
                  <a:srgbClr val="9C968E"/>
                </a:solidFill>
                <a:latin typeface="Arial" panose="020B0604020202020204" pitchFamily="34" charset="0"/>
                <a:ea typeface="+mn-ea"/>
                <a:cs typeface="Arial" panose="020B0604020202020204" pitchFamily="34" charset="0"/>
              </a:rPr>
              <a:t>© 2021 Insight Direct USA, Inc</a:t>
            </a:r>
            <a:r>
              <a:rPr lang="en-US" sz="600" b="0" i="1" baseline="0">
                <a:solidFill>
                  <a:srgbClr val="9C968E"/>
                </a:solidFill>
                <a:effectLst/>
                <a:latin typeface="Arial" panose="020B0604020202020204" pitchFamily="34" charset="0"/>
                <a:cs typeface="Arial" panose="020B0604020202020204" pitchFamily="34" charset="0"/>
              </a:rPr>
              <a:t>. All Rights Reserved.</a:t>
            </a:r>
            <a:endParaRPr lang="en-US" sz="600" b="0" i="1">
              <a:solidFill>
                <a:srgbClr val="9C968E"/>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918054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EF90778-E364-2D43-AFD5-901F21531C9C}"/>
              </a:ext>
            </a:extLst>
          </p:cNvPr>
          <p:cNvSpPr/>
          <p:nvPr userDrawn="1"/>
        </p:nvSpPr>
        <p:spPr>
          <a:xfrm>
            <a:off x="0" y="912622"/>
            <a:ext cx="9144000" cy="35970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sp>
        <p:nvSpPr>
          <p:cNvPr id="10" name="Title Placeholder 1">
            <a:extLst>
              <a:ext uri="{FF2B5EF4-FFF2-40B4-BE49-F238E27FC236}">
                <a16:creationId xmlns:a16="http://schemas.microsoft.com/office/drawing/2014/main" id="{EC59269A-FCBB-7643-88EE-9882D00D8595}"/>
              </a:ext>
            </a:extLst>
          </p:cNvPr>
          <p:cNvSpPr>
            <a:spLocks noGrp="1"/>
          </p:cNvSpPr>
          <p:nvPr>
            <p:ph type="title"/>
          </p:nvPr>
        </p:nvSpPr>
        <p:spPr>
          <a:xfrm>
            <a:off x="242236" y="219831"/>
            <a:ext cx="8714943" cy="682400"/>
          </a:xfrm>
          <a:prstGeom prst="rect">
            <a:avLst/>
          </a:prstGeom>
        </p:spPr>
        <p:txBody>
          <a:bodyPr vert="horz" lIns="91440" tIns="45720" rIns="91440" bIns="45720" rtlCol="0" anchor="ctr">
            <a:noAutofit/>
          </a:bodyPr>
          <a:lstStyle>
            <a:lvl1pPr>
              <a:defRPr b="0" i="0"/>
            </a:lvl1pPr>
          </a:lstStyle>
          <a:p>
            <a:r>
              <a:rPr lang="en-US"/>
              <a:t>Click to edit Master title style</a:t>
            </a:r>
          </a:p>
        </p:txBody>
      </p:sp>
      <p:sp>
        <p:nvSpPr>
          <p:cNvPr id="11" name="Text Placeholder 2">
            <a:extLst>
              <a:ext uri="{FF2B5EF4-FFF2-40B4-BE49-F238E27FC236}">
                <a16:creationId xmlns:a16="http://schemas.microsoft.com/office/drawing/2014/main" id="{76358B39-8BD1-9C45-8135-BF8F6A914E4A}"/>
              </a:ext>
            </a:extLst>
          </p:cNvPr>
          <p:cNvSpPr>
            <a:spLocks noGrp="1"/>
          </p:cNvSpPr>
          <p:nvPr>
            <p:ph idx="1"/>
          </p:nvPr>
        </p:nvSpPr>
        <p:spPr>
          <a:xfrm>
            <a:off x="230067" y="1121239"/>
            <a:ext cx="8714944" cy="2935419"/>
          </a:xfrm>
          <a:prstGeom prst="rect">
            <a:avLst/>
          </a:prstGeom>
        </p:spPr>
        <p:txBody>
          <a:bodyPr vert="horz" lIns="91440" tIns="45720" rIns="91440" bIns="45720" rtlCol="0">
            <a:noAutofit/>
          </a:bodyPr>
          <a:lstStyle>
            <a:lvl1pPr>
              <a:defRPr sz="1600" b="0" i="0">
                <a:solidFill>
                  <a:srgbClr val="070807"/>
                </a:solidFill>
              </a:defRPr>
            </a:lvl1pPr>
            <a:lvl2pPr>
              <a:defRPr b="0" i="0">
                <a:solidFill>
                  <a:srgbClr val="070807"/>
                </a:solidFill>
              </a:defRPr>
            </a:lvl2pPr>
            <a:lvl3pPr>
              <a:defRPr b="0" i="0">
                <a:solidFill>
                  <a:srgbClr val="070807"/>
                </a:solidFill>
              </a:defRPr>
            </a:lvl3pPr>
            <a:lvl4pPr>
              <a:defRPr b="0" i="0">
                <a:solidFill>
                  <a:srgbClr val="070807"/>
                </a:solidFill>
              </a:defRPr>
            </a:lvl4pPr>
            <a:lvl5pPr>
              <a:defRPr b="0" i="0">
                <a:solidFill>
                  <a:srgbClr val="070807"/>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838078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9461889-1030-B642-8036-98A976D60A7C}"/>
              </a:ext>
            </a:extLst>
          </p:cNvPr>
          <p:cNvSpPr/>
          <p:nvPr userDrawn="1"/>
        </p:nvSpPr>
        <p:spPr>
          <a:xfrm>
            <a:off x="0" y="912622"/>
            <a:ext cx="9144000" cy="43243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sp>
        <p:nvSpPr>
          <p:cNvPr id="3" name="Title Placeholder 1">
            <a:extLst>
              <a:ext uri="{FF2B5EF4-FFF2-40B4-BE49-F238E27FC236}">
                <a16:creationId xmlns:a16="http://schemas.microsoft.com/office/drawing/2014/main" id="{3C68B631-FAC6-5A46-8FFF-0B8388585CE2}"/>
              </a:ext>
            </a:extLst>
          </p:cNvPr>
          <p:cNvSpPr>
            <a:spLocks noGrp="1"/>
          </p:cNvSpPr>
          <p:nvPr>
            <p:ph type="title"/>
          </p:nvPr>
        </p:nvSpPr>
        <p:spPr>
          <a:xfrm>
            <a:off x="242236" y="219831"/>
            <a:ext cx="8714943" cy="682400"/>
          </a:xfrm>
          <a:prstGeom prst="rect">
            <a:avLst/>
          </a:prstGeom>
        </p:spPr>
        <p:txBody>
          <a:bodyPr vert="horz" lIns="91440" tIns="45720" rIns="91440" bIns="45720" rtlCol="0" anchor="ctr">
            <a:noAutofit/>
          </a:bodyPr>
          <a:lstStyle>
            <a:lvl1pPr>
              <a:defRPr b="0" i="0"/>
            </a:lvl1pPr>
          </a:lstStyle>
          <a:p>
            <a:r>
              <a:rPr lang="en-US"/>
              <a:t>Click to edit Master title style</a:t>
            </a:r>
          </a:p>
        </p:txBody>
      </p:sp>
      <p:sp>
        <p:nvSpPr>
          <p:cNvPr id="6" name="Text Placeholder 2">
            <a:extLst>
              <a:ext uri="{FF2B5EF4-FFF2-40B4-BE49-F238E27FC236}">
                <a16:creationId xmlns:a16="http://schemas.microsoft.com/office/drawing/2014/main" id="{443032D9-5C76-FD44-B205-9C6000E7212B}"/>
              </a:ext>
            </a:extLst>
          </p:cNvPr>
          <p:cNvSpPr>
            <a:spLocks noGrp="1"/>
          </p:cNvSpPr>
          <p:nvPr>
            <p:ph idx="1"/>
          </p:nvPr>
        </p:nvSpPr>
        <p:spPr>
          <a:xfrm>
            <a:off x="230067" y="1121239"/>
            <a:ext cx="8714944" cy="2935419"/>
          </a:xfrm>
          <a:prstGeom prst="rect">
            <a:avLst/>
          </a:prstGeom>
        </p:spPr>
        <p:txBody>
          <a:bodyPr vert="horz" lIns="91440" tIns="45720" rIns="91440" bIns="45720" rtlCol="0">
            <a:noAutofit/>
          </a:bodyPr>
          <a:lstStyle>
            <a:lvl1pPr>
              <a:defRPr sz="1600" b="0" i="0">
                <a:solidFill>
                  <a:srgbClr val="070807"/>
                </a:solidFill>
              </a:defRPr>
            </a:lvl1pPr>
            <a:lvl2pPr>
              <a:defRPr b="0" i="0">
                <a:solidFill>
                  <a:srgbClr val="070807"/>
                </a:solidFill>
              </a:defRPr>
            </a:lvl2pPr>
            <a:lvl3pPr>
              <a:defRPr b="0" i="0">
                <a:solidFill>
                  <a:srgbClr val="070807"/>
                </a:solidFill>
              </a:defRPr>
            </a:lvl3pPr>
            <a:lvl4pPr>
              <a:defRPr b="0" i="0">
                <a:solidFill>
                  <a:srgbClr val="070807"/>
                </a:solidFill>
              </a:defRPr>
            </a:lvl4pPr>
            <a:lvl5pPr>
              <a:defRPr b="0" i="0">
                <a:solidFill>
                  <a:srgbClr val="070807"/>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5804887-452A-D844-9B49-3D6249CB15B6}"/>
              </a:ext>
            </a:extLst>
          </p:cNvPr>
          <p:cNvSpPr>
            <a:spLocks noGrp="1"/>
          </p:cNvSpPr>
          <p:nvPr>
            <p:ph type="title"/>
          </p:nvPr>
        </p:nvSpPr>
        <p:spPr>
          <a:xfrm>
            <a:off x="242236" y="219831"/>
            <a:ext cx="8714943" cy="682400"/>
          </a:xfrm>
          <a:prstGeom prst="rect">
            <a:avLst/>
          </a:prstGeom>
        </p:spPr>
        <p:txBody>
          <a:bodyPr vert="horz" lIns="91440" tIns="45720" rIns="91440" bIns="45720" rtlCol="0" anchor="ctr">
            <a:noAutofit/>
          </a:bodyPr>
          <a:lstStyle>
            <a:lvl1pPr>
              <a:defRPr b="0" i="0"/>
            </a:lvl1pPr>
          </a:lstStyle>
          <a:p>
            <a:r>
              <a:rPr lang="en-US"/>
              <a:t>Click to edit Master title style</a:t>
            </a:r>
          </a:p>
        </p:txBody>
      </p:sp>
      <p:sp>
        <p:nvSpPr>
          <p:cNvPr id="3" name="Text Placeholder 2">
            <a:extLst>
              <a:ext uri="{FF2B5EF4-FFF2-40B4-BE49-F238E27FC236}">
                <a16:creationId xmlns:a16="http://schemas.microsoft.com/office/drawing/2014/main" id="{59AFB7AF-B533-D34B-957D-15BA4887C857}"/>
              </a:ext>
            </a:extLst>
          </p:cNvPr>
          <p:cNvSpPr>
            <a:spLocks noGrp="1"/>
          </p:cNvSpPr>
          <p:nvPr>
            <p:ph idx="1"/>
          </p:nvPr>
        </p:nvSpPr>
        <p:spPr>
          <a:xfrm>
            <a:off x="230067" y="986156"/>
            <a:ext cx="8714944" cy="2935419"/>
          </a:xfrm>
          <a:prstGeom prst="rect">
            <a:avLst/>
          </a:prstGeom>
        </p:spPr>
        <p:txBody>
          <a:bodyPr vert="horz" lIns="91440" tIns="45720" rIns="91440" bIns="45720" rtlCol="0">
            <a:noAutofit/>
          </a:bodyPr>
          <a:lstStyle>
            <a:lvl1pPr>
              <a:defRPr sz="1600" b="0" i="0"/>
            </a:lvl1pPr>
            <a:lvl2pPr>
              <a:defRPr b="0" i="0"/>
            </a:lvl2pPr>
            <a:lvl3pPr>
              <a:defRPr b="0" i="0"/>
            </a:lvl3pPr>
            <a:lvl4pPr>
              <a:defRPr b="0" i="0"/>
            </a:lvl4pPr>
            <a:lvl5pPr>
              <a:defRPr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BC8EB15-730B-FF4B-84EB-2B98807AE2F0}"/>
              </a:ext>
            </a:extLst>
          </p:cNvPr>
          <p:cNvSpPr/>
          <p:nvPr userDrawn="1"/>
        </p:nvSpPr>
        <p:spPr>
          <a:xfrm>
            <a:off x="0" y="1"/>
            <a:ext cx="9144000" cy="51752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latin typeface="Arial" panose="020B0604020202020204" pitchFamily="34" charset="0"/>
              <a:cs typeface="Arial" panose="020B0604020202020204" pitchFamily="34" charset="0"/>
            </a:endParaRPr>
          </a:p>
        </p:txBody>
      </p:sp>
      <p:sp>
        <p:nvSpPr>
          <p:cNvPr id="2" name="Title Placeholder 1">
            <a:extLst>
              <a:ext uri="{FF2B5EF4-FFF2-40B4-BE49-F238E27FC236}">
                <a16:creationId xmlns:a16="http://schemas.microsoft.com/office/drawing/2014/main" id="{C5804887-452A-D844-9B49-3D6249CB15B6}"/>
              </a:ext>
            </a:extLst>
          </p:cNvPr>
          <p:cNvSpPr>
            <a:spLocks noGrp="1"/>
          </p:cNvSpPr>
          <p:nvPr>
            <p:ph type="title"/>
          </p:nvPr>
        </p:nvSpPr>
        <p:spPr>
          <a:xfrm>
            <a:off x="242236" y="219831"/>
            <a:ext cx="8714943" cy="682400"/>
          </a:xfrm>
          <a:prstGeom prst="rect">
            <a:avLst/>
          </a:prstGeom>
        </p:spPr>
        <p:txBody>
          <a:bodyPr vert="horz" lIns="91440" tIns="45720" rIns="91440" bIns="45720" rtlCol="0" anchor="ctr">
            <a:noAutofit/>
          </a:bodyPr>
          <a:lstStyle>
            <a:lvl1pPr>
              <a:defRPr b="0" i="0">
                <a:solidFill>
                  <a:srgbClr val="726963"/>
                </a:solidFill>
              </a:defRPr>
            </a:lvl1pPr>
          </a:lstStyle>
          <a:p>
            <a:r>
              <a:rPr lang="en-US"/>
              <a:t>Click to edit Master title style</a:t>
            </a:r>
          </a:p>
        </p:txBody>
      </p:sp>
      <p:sp>
        <p:nvSpPr>
          <p:cNvPr id="3" name="Text Placeholder 2">
            <a:extLst>
              <a:ext uri="{FF2B5EF4-FFF2-40B4-BE49-F238E27FC236}">
                <a16:creationId xmlns:a16="http://schemas.microsoft.com/office/drawing/2014/main" id="{59AFB7AF-B533-D34B-957D-15BA4887C857}"/>
              </a:ext>
            </a:extLst>
          </p:cNvPr>
          <p:cNvSpPr>
            <a:spLocks noGrp="1"/>
          </p:cNvSpPr>
          <p:nvPr>
            <p:ph idx="1"/>
          </p:nvPr>
        </p:nvSpPr>
        <p:spPr>
          <a:xfrm>
            <a:off x="230067" y="986156"/>
            <a:ext cx="8714944" cy="2935419"/>
          </a:xfrm>
          <a:prstGeom prst="rect">
            <a:avLst/>
          </a:prstGeom>
        </p:spPr>
        <p:txBody>
          <a:bodyPr vert="horz" lIns="91440" tIns="45720" rIns="91440" bIns="45720" rtlCol="0">
            <a:noAutofit/>
          </a:bodyPr>
          <a:lstStyle>
            <a:lvl1pPr>
              <a:defRPr sz="1600" b="0" i="0">
                <a:solidFill>
                  <a:srgbClr val="352E28"/>
                </a:solidFill>
              </a:defRPr>
            </a:lvl1pPr>
            <a:lvl2pPr>
              <a:defRPr b="0" i="0">
                <a:solidFill>
                  <a:srgbClr val="352E28"/>
                </a:solidFill>
              </a:defRPr>
            </a:lvl2pPr>
            <a:lvl3pPr>
              <a:defRPr b="0" i="0">
                <a:solidFill>
                  <a:srgbClr val="352E28"/>
                </a:solidFill>
              </a:defRPr>
            </a:lvl3pPr>
            <a:lvl4pPr>
              <a:defRPr b="0" i="0">
                <a:solidFill>
                  <a:srgbClr val="352E28"/>
                </a:solidFill>
              </a:defRPr>
            </a:lvl4pPr>
            <a:lvl5pPr>
              <a:defRPr b="0" i="0">
                <a:solidFill>
                  <a:srgbClr val="352E28"/>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a:extLst>
              <a:ext uri="{FF2B5EF4-FFF2-40B4-BE49-F238E27FC236}">
                <a16:creationId xmlns:a16="http://schemas.microsoft.com/office/drawing/2014/main" id="{1995B1DC-D4D4-F545-9D51-4D32A242A3A9}"/>
              </a:ext>
            </a:extLst>
          </p:cNvPr>
          <p:cNvPicPr>
            <a:picLocks noChangeAspect="1"/>
          </p:cNvPicPr>
          <p:nvPr userDrawn="1"/>
        </p:nvPicPr>
        <p:blipFill>
          <a:blip r:embed="rId2"/>
          <a:stretch>
            <a:fillRect/>
          </a:stretch>
        </p:blipFill>
        <p:spPr>
          <a:xfrm>
            <a:off x="128360" y="4577005"/>
            <a:ext cx="1539033" cy="564499"/>
          </a:xfrm>
          <a:prstGeom prst="rect">
            <a:avLst/>
          </a:prstGeom>
        </p:spPr>
      </p:pic>
      <p:sp>
        <p:nvSpPr>
          <p:cNvPr id="6" name="TextBox 5">
            <a:extLst>
              <a:ext uri="{FF2B5EF4-FFF2-40B4-BE49-F238E27FC236}">
                <a16:creationId xmlns:a16="http://schemas.microsoft.com/office/drawing/2014/main" id="{22B92E6F-2A69-9D4D-B4EC-FD9C66375484}"/>
              </a:ext>
            </a:extLst>
          </p:cNvPr>
          <p:cNvSpPr txBox="1"/>
          <p:nvPr userDrawn="1"/>
        </p:nvSpPr>
        <p:spPr>
          <a:xfrm>
            <a:off x="3226307" y="4835639"/>
            <a:ext cx="5282281" cy="184666"/>
          </a:xfrm>
          <a:prstGeom prst="rect">
            <a:avLst/>
          </a:prstGeom>
          <a:noFill/>
        </p:spPr>
        <p:txBody>
          <a:bodyPr wrap="square" rtlCol="0">
            <a:spAutoFit/>
          </a:bodyPr>
          <a:lstStyle/>
          <a:p>
            <a:pPr algn="r"/>
            <a:r>
              <a:rPr lang="en-US" sz="600" b="0" i="1">
                <a:solidFill>
                  <a:srgbClr val="9C968E"/>
                </a:solidFill>
                <a:effectLst/>
                <a:latin typeface="Arial" panose="020B0604020202020204" pitchFamily="34" charset="0"/>
                <a:cs typeface="Arial" panose="020B0604020202020204" pitchFamily="34" charset="0"/>
              </a:rPr>
              <a:t>Insight Proprietary &amp; Confidential.</a:t>
            </a:r>
            <a:r>
              <a:rPr lang="en-US" sz="600" b="0" i="1" baseline="0">
                <a:solidFill>
                  <a:srgbClr val="9C968E"/>
                </a:solidFill>
                <a:effectLst/>
                <a:latin typeface="Arial" panose="020B0604020202020204" pitchFamily="34" charset="0"/>
                <a:cs typeface="Arial" panose="020B0604020202020204" pitchFamily="34" charset="0"/>
              </a:rPr>
              <a:t> Do Not Copy or Distribute. </a:t>
            </a:r>
            <a:r>
              <a:rPr lang="en-US" sz="600" b="0" i="1" kern="1200">
                <a:solidFill>
                  <a:srgbClr val="9C968E"/>
                </a:solidFill>
                <a:latin typeface="Arial" panose="020B0604020202020204" pitchFamily="34" charset="0"/>
                <a:ea typeface="+mn-ea"/>
                <a:cs typeface="Arial" panose="020B0604020202020204" pitchFamily="34" charset="0"/>
              </a:rPr>
              <a:t>© 2021 Insight Direct USA, Inc</a:t>
            </a:r>
            <a:r>
              <a:rPr lang="en-US" sz="600" b="0" i="1" baseline="0">
                <a:solidFill>
                  <a:srgbClr val="9C968E"/>
                </a:solidFill>
                <a:effectLst/>
                <a:latin typeface="Arial" panose="020B0604020202020204" pitchFamily="34" charset="0"/>
                <a:cs typeface="Arial" panose="020B0604020202020204" pitchFamily="34" charset="0"/>
              </a:rPr>
              <a:t>. All Rights Reserved.</a:t>
            </a:r>
            <a:endParaRPr lang="en-US" sz="600" b="0" i="1">
              <a:solidFill>
                <a:srgbClr val="9C968E"/>
              </a:solidFill>
              <a:effectLst/>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C95EDCD3-6A6F-9E42-AFE3-66CCFCB187B8}"/>
              </a:ext>
            </a:extLst>
          </p:cNvPr>
          <p:cNvSpPr txBox="1"/>
          <p:nvPr userDrawn="1"/>
        </p:nvSpPr>
        <p:spPr>
          <a:xfrm>
            <a:off x="8645050" y="4803535"/>
            <a:ext cx="644577" cy="230832"/>
          </a:xfrm>
          <a:prstGeom prst="rect">
            <a:avLst/>
          </a:prstGeom>
          <a:noFill/>
        </p:spPr>
        <p:txBody>
          <a:bodyPr wrap="square" rtlCol="0">
            <a:spAutoFit/>
          </a:bodyPr>
          <a:lstStyle/>
          <a:p>
            <a:fld id="{8F57A718-7638-AA4D-9012-BBF5E9D5FCFE}" type="slidenum">
              <a:rPr lang="en-US" sz="900" b="0" i="0" smtClean="0">
                <a:solidFill>
                  <a:srgbClr val="9C968E"/>
                </a:solidFill>
                <a:latin typeface="Arial Regular"/>
                <a:cs typeface="Verdana"/>
              </a:rPr>
              <a:t>‹#›</a:t>
            </a:fld>
            <a:endParaRPr lang="en-US" sz="900" b="0" i="0" err="1">
              <a:solidFill>
                <a:srgbClr val="9C968E"/>
              </a:solidFill>
              <a:latin typeface="Arial Regular"/>
              <a:cs typeface="Verdana"/>
            </a:endParaRPr>
          </a:p>
        </p:txBody>
      </p:sp>
    </p:spTree>
    <p:extLst>
      <p:ext uri="{BB962C8B-B14F-4D97-AF65-F5344CB8AC3E}">
        <p14:creationId xmlns:p14="http://schemas.microsoft.com/office/powerpoint/2010/main" val="8315775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9F40863-22B4-1246-AFD3-3FD3BABB7EBB}"/>
              </a:ext>
            </a:extLst>
          </p:cNvPr>
          <p:cNvSpPr/>
          <p:nvPr userDrawn="1"/>
        </p:nvSpPr>
        <p:spPr>
          <a:xfrm>
            <a:off x="0" y="0"/>
            <a:ext cx="9144000" cy="5174071"/>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a:latin typeface="Arial" panose="020B0604020202020204" pitchFamily="34" charset="0"/>
            </a:endParaRPr>
          </a:p>
        </p:txBody>
      </p:sp>
      <p:sp>
        <p:nvSpPr>
          <p:cNvPr id="16" name="Title Placeholder 1"/>
          <p:cNvSpPr>
            <a:spLocks noGrp="1"/>
          </p:cNvSpPr>
          <p:nvPr>
            <p:ph type="title"/>
          </p:nvPr>
        </p:nvSpPr>
        <p:spPr>
          <a:xfrm>
            <a:off x="242236" y="228144"/>
            <a:ext cx="8714943" cy="682400"/>
          </a:xfrm>
          <a:prstGeom prst="rect">
            <a:avLst/>
          </a:prstGeom>
        </p:spPr>
        <p:txBody>
          <a:bodyPr vert="horz" lIns="91440" tIns="45720" rIns="91440" bIns="45720" rtlCol="0" anchor="ctr">
            <a:noAutofit/>
          </a:bodyPr>
          <a:lstStyle/>
          <a:p>
            <a:r>
              <a:rPr lang="en-US"/>
              <a:t>Click to edit Master title style</a:t>
            </a:r>
          </a:p>
        </p:txBody>
      </p:sp>
      <p:sp>
        <p:nvSpPr>
          <p:cNvPr id="17" name="Text Placeholder 2"/>
          <p:cNvSpPr>
            <a:spLocks noGrp="1"/>
          </p:cNvSpPr>
          <p:nvPr>
            <p:ph type="body" idx="1"/>
          </p:nvPr>
        </p:nvSpPr>
        <p:spPr>
          <a:xfrm>
            <a:off x="230067" y="994469"/>
            <a:ext cx="8714944" cy="2935419"/>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TextBox 17"/>
          <p:cNvSpPr txBox="1"/>
          <p:nvPr userDrawn="1"/>
        </p:nvSpPr>
        <p:spPr>
          <a:xfrm>
            <a:off x="3226307" y="4835639"/>
            <a:ext cx="5282281" cy="184666"/>
          </a:xfrm>
          <a:prstGeom prst="rect">
            <a:avLst/>
          </a:prstGeom>
          <a:noFill/>
        </p:spPr>
        <p:txBody>
          <a:bodyPr wrap="square" rtlCol="0">
            <a:spAutoFit/>
          </a:bodyPr>
          <a:lstStyle/>
          <a:p>
            <a:pPr algn="r"/>
            <a:r>
              <a:rPr lang="en-US" sz="600" b="0" i="1">
                <a:solidFill>
                  <a:srgbClr val="9C968E"/>
                </a:solidFill>
                <a:effectLst/>
                <a:latin typeface="Arial" panose="020B0604020202020204" pitchFamily="34" charset="0"/>
                <a:cs typeface="Arial" panose="020B0604020202020204" pitchFamily="34" charset="0"/>
              </a:rPr>
              <a:t>Insight Proprietary &amp; Confidential.</a:t>
            </a:r>
            <a:r>
              <a:rPr lang="en-US" sz="600" b="0" i="1" baseline="0">
                <a:solidFill>
                  <a:srgbClr val="9C968E"/>
                </a:solidFill>
                <a:effectLst/>
                <a:latin typeface="Arial" panose="020B0604020202020204" pitchFamily="34" charset="0"/>
                <a:cs typeface="Arial" panose="020B0604020202020204" pitchFamily="34" charset="0"/>
              </a:rPr>
              <a:t> Do Not Copy or Distribute. </a:t>
            </a:r>
            <a:r>
              <a:rPr lang="en-US" sz="600" b="0" i="1" kern="1200">
                <a:solidFill>
                  <a:srgbClr val="9C968E"/>
                </a:solidFill>
                <a:latin typeface="Arial" panose="020B0604020202020204" pitchFamily="34" charset="0"/>
                <a:ea typeface="+mn-ea"/>
                <a:cs typeface="Arial" panose="020B0604020202020204" pitchFamily="34" charset="0"/>
              </a:rPr>
              <a:t>© 2021 Insight Direct USA, Inc</a:t>
            </a:r>
            <a:r>
              <a:rPr lang="en-US" sz="600" b="0" i="1" baseline="0">
                <a:solidFill>
                  <a:srgbClr val="9C968E"/>
                </a:solidFill>
                <a:effectLst/>
                <a:latin typeface="Arial" panose="020B0604020202020204" pitchFamily="34" charset="0"/>
                <a:cs typeface="Arial" panose="020B0604020202020204" pitchFamily="34" charset="0"/>
              </a:rPr>
              <a:t>. All Rights Reserved.</a:t>
            </a:r>
            <a:endParaRPr lang="en-US" sz="600" b="0" i="1">
              <a:solidFill>
                <a:srgbClr val="9C968E"/>
              </a:solidFill>
              <a:effectLst/>
              <a:latin typeface="Arial" panose="020B0604020202020204" pitchFamily="34" charset="0"/>
              <a:cs typeface="Arial" panose="020B0604020202020204" pitchFamily="34" charset="0"/>
            </a:endParaRPr>
          </a:p>
        </p:txBody>
      </p:sp>
      <p:sp>
        <p:nvSpPr>
          <p:cNvPr id="9" name="TextBox 8"/>
          <p:cNvSpPr txBox="1"/>
          <p:nvPr userDrawn="1"/>
        </p:nvSpPr>
        <p:spPr>
          <a:xfrm>
            <a:off x="8645050" y="4803535"/>
            <a:ext cx="644577" cy="230832"/>
          </a:xfrm>
          <a:prstGeom prst="rect">
            <a:avLst/>
          </a:prstGeom>
          <a:noFill/>
        </p:spPr>
        <p:txBody>
          <a:bodyPr wrap="square" rtlCol="0">
            <a:spAutoFit/>
          </a:bodyPr>
          <a:lstStyle/>
          <a:p>
            <a:fld id="{8F57A718-7638-AA4D-9012-BBF5E9D5FCFE}" type="slidenum">
              <a:rPr lang="en-US" sz="900" b="0" i="0" smtClean="0">
                <a:solidFill>
                  <a:srgbClr val="9C968E"/>
                </a:solidFill>
                <a:latin typeface="Arial Regular"/>
                <a:cs typeface="Verdana"/>
              </a:rPr>
              <a:t>‹#›</a:t>
            </a:fld>
            <a:endParaRPr lang="en-US" sz="900" b="0" i="0" err="1">
              <a:solidFill>
                <a:srgbClr val="9C968E"/>
              </a:solidFill>
              <a:latin typeface="Arial Regular"/>
              <a:cs typeface="Verdana"/>
            </a:endParaRPr>
          </a:p>
        </p:txBody>
      </p:sp>
      <p:pic>
        <p:nvPicPr>
          <p:cNvPr id="5" name="Picture 4" descr="A picture containing text, clipart&#10;&#10;Description automatically generated">
            <a:extLst>
              <a:ext uri="{FF2B5EF4-FFF2-40B4-BE49-F238E27FC236}">
                <a16:creationId xmlns:a16="http://schemas.microsoft.com/office/drawing/2014/main" id="{D6D72581-D7CE-4245-A074-17976D3C1F16}"/>
              </a:ext>
            </a:extLst>
          </p:cNvPr>
          <p:cNvPicPr>
            <a:picLocks noChangeAspect="1"/>
          </p:cNvPicPr>
          <p:nvPr userDrawn="1"/>
        </p:nvPicPr>
        <p:blipFill>
          <a:blip r:embed="rId20" cstate="print">
            <a:extLst>
              <a:ext uri="{28A0092B-C50C-407E-A947-70E740481C1C}">
                <a14:useLocalDpi xmlns:a14="http://schemas.microsoft.com/office/drawing/2010/main"/>
              </a:ext>
            </a:extLst>
          </a:blip>
          <a:stretch>
            <a:fillRect/>
          </a:stretch>
        </p:blipFill>
        <p:spPr>
          <a:xfrm>
            <a:off x="126772" y="4578321"/>
            <a:ext cx="1539034" cy="565436"/>
          </a:xfrm>
          <a:prstGeom prst="rect">
            <a:avLst/>
          </a:prstGeom>
        </p:spPr>
      </p:pic>
      <p:sp>
        <p:nvSpPr>
          <p:cNvPr id="11" name="Rectangle 10">
            <a:extLst>
              <a:ext uri="{FF2B5EF4-FFF2-40B4-BE49-F238E27FC236}">
                <a16:creationId xmlns:a16="http://schemas.microsoft.com/office/drawing/2014/main" id="{11E213CD-0CF4-AB46-AF3A-3FE4D0D48385}"/>
              </a:ext>
            </a:extLst>
          </p:cNvPr>
          <p:cNvSpPr/>
          <p:nvPr userDrawn="1"/>
        </p:nvSpPr>
        <p:spPr>
          <a:xfrm>
            <a:off x="197427" y="-613631"/>
            <a:ext cx="431223" cy="431622"/>
          </a:xfrm>
          <a:prstGeom prst="rect">
            <a:avLst/>
          </a:prstGeom>
          <a:solidFill>
            <a:srgbClr val="D30C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n>
                <a:noFill/>
              </a:ln>
            </a:endParaRPr>
          </a:p>
        </p:txBody>
      </p:sp>
      <p:sp>
        <p:nvSpPr>
          <p:cNvPr id="12" name="Rectangle 11">
            <a:extLst>
              <a:ext uri="{FF2B5EF4-FFF2-40B4-BE49-F238E27FC236}">
                <a16:creationId xmlns:a16="http://schemas.microsoft.com/office/drawing/2014/main" id="{9B70FC1E-A676-304C-AD38-49783BF2E46E}"/>
              </a:ext>
            </a:extLst>
          </p:cNvPr>
          <p:cNvSpPr/>
          <p:nvPr userDrawn="1"/>
        </p:nvSpPr>
        <p:spPr>
          <a:xfrm>
            <a:off x="716972" y="-613631"/>
            <a:ext cx="431223" cy="431622"/>
          </a:xfrm>
          <a:prstGeom prst="rect">
            <a:avLst/>
          </a:prstGeom>
          <a:solidFill>
            <a:srgbClr val="D40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n>
                <a:noFill/>
              </a:ln>
            </a:endParaRPr>
          </a:p>
        </p:txBody>
      </p:sp>
      <p:sp>
        <p:nvSpPr>
          <p:cNvPr id="13" name="Rectangle 12">
            <a:extLst>
              <a:ext uri="{FF2B5EF4-FFF2-40B4-BE49-F238E27FC236}">
                <a16:creationId xmlns:a16="http://schemas.microsoft.com/office/drawing/2014/main" id="{4FB6E0C3-9C30-A642-9FE3-5B03B78820A7}"/>
              </a:ext>
            </a:extLst>
          </p:cNvPr>
          <p:cNvSpPr/>
          <p:nvPr userDrawn="1"/>
        </p:nvSpPr>
        <p:spPr>
          <a:xfrm>
            <a:off x="1236518" y="-613631"/>
            <a:ext cx="431223" cy="431622"/>
          </a:xfrm>
          <a:prstGeom prst="rect">
            <a:avLst/>
          </a:prstGeom>
          <a:solidFill>
            <a:srgbClr val="B01C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n>
                <a:noFill/>
              </a:ln>
            </a:endParaRPr>
          </a:p>
        </p:txBody>
      </p:sp>
      <p:sp>
        <p:nvSpPr>
          <p:cNvPr id="14" name="Rectangle 13">
            <a:extLst>
              <a:ext uri="{FF2B5EF4-FFF2-40B4-BE49-F238E27FC236}">
                <a16:creationId xmlns:a16="http://schemas.microsoft.com/office/drawing/2014/main" id="{D14E2497-E2D0-6940-8936-F729E8F8D06A}"/>
              </a:ext>
            </a:extLst>
          </p:cNvPr>
          <p:cNvSpPr/>
          <p:nvPr userDrawn="1"/>
        </p:nvSpPr>
        <p:spPr>
          <a:xfrm>
            <a:off x="1756063" y="-613631"/>
            <a:ext cx="431223" cy="431622"/>
          </a:xfrm>
          <a:prstGeom prst="rect">
            <a:avLst/>
          </a:prstGeom>
          <a:solidFill>
            <a:srgbClr val="5828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n>
                <a:noFill/>
              </a:ln>
            </a:endParaRPr>
          </a:p>
        </p:txBody>
      </p:sp>
      <p:sp>
        <p:nvSpPr>
          <p:cNvPr id="15" name="Rectangle 14">
            <a:extLst>
              <a:ext uri="{FF2B5EF4-FFF2-40B4-BE49-F238E27FC236}">
                <a16:creationId xmlns:a16="http://schemas.microsoft.com/office/drawing/2014/main" id="{93F49DE6-B56E-7C4B-A0B1-563B837DE5CD}"/>
              </a:ext>
            </a:extLst>
          </p:cNvPr>
          <p:cNvSpPr/>
          <p:nvPr userDrawn="1"/>
        </p:nvSpPr>
        <p:spPr>
          <a:xfrm>
            <a:off x="2275608" y="-613631"/>
            <a:ext cx="431223" cy="431622"/>
          </a:xfrm>
          <a:prstGeom prst="rect">
            <a:avLst/>
          </a:prstGeom>
          <a:solidFill>
            <a:srgbClr val="352D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n>
                <a:noFill/>
              </a:ln>
            </a:endParaRPr>
          </a:p>
        </p:txBody>
      </p:sp>
      <p:sp>
        <p:nvSpPr>
          <p:cNvPr id="19" name="Rectangle 18">
            <a:extLst>
              <a:ext uri="{FF2B5EF4-FFF2-40B4-BE49-F238E27FC236}">
                <a16:creationId xmlns:a16="http://schemas.microsoft.com/office/drawing/2014/main" id="{5AF9E367-FD2C-C44F-B1A2-AE5CC9C26D0D}"/>
              </a:ext>
            </a:extLst>
          </p:cNvPr>
          <p:cNvSpPr/>
          <p:nvPr userDrawn="1"/>
        </p:nvSpPr>
        <p:spPr>
          <a:xfrm>
            <a:off x="2795153" y="-613631"/>
            <a:ext cx="431223" cy="431622"/>
          </a:xfrm>
          <a:prstGeom prst="rect">
            <a:avLst/>
          </a:prstGeom>
          <a:solidFill>
            <a:srgbClr val="D4D0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n>
                <a:noFill/>
              </a:ln>
            </a:endParaRPr>
          </a:p>
        </p:txBody>
      </p:sp>
    </p:spTree>
    <p:extLst>
      <p:ext uri="{BB962C8B-B14F-4D97-AF65-F5344CB8AC3E}">
        <p14:creationId xmlns:p14="http://schemas.microsoft.com/office/powerpoint/2010/main" val="581625752"/>
      </p:ext>
    </p:extLst>
  </p:cSld>
  <p:clrMap bg1="lt1" tx1="dk1" bg2="lt2" tx2="dk2" accent1="accent1" accent2="accent2" accent3="accent3" accent4="accent4" accent5="accent5" accent6="accent6" hlink="hlink" folHlink="folHlink"/>
  <p:sldLayoutIdLst>
    <p:sldLayoutId id="2147483661" r:id="rId1"/>
    <p:sldLayoutId id="2147483679" r:id="rId2"/>
    <p:sldLayoutId id="2147483662" r:id="rId3"/>
    <p:sldLayoutId id="2147483672" r:id="rId4"/>
    <p:sldLayoutId id="2147483673" r:id="rId5"/>
    <p:sldLayoutId id="2147483677" r:id="rId6"/>
    <p:sldLayoutId id="2147483676" r:id="rId7"/>
    <p:sldLayoutId id="2147483685" r:id="rId8"/>
    <p:sldLayoutId id="2147483680" r:id="rId9"/>
    <p:sldLayoutId id="2147483682" r:id="rId10"/>
    <p:sldLayoutId id="2147483678" r:id="rId11"/>
    <p:sldLayoutId id="2147483683" r:id="rId12"/>
    <p:sldLayoutId id="2147483681" r:id="rId13"/>
    <p:sldLayoutId id="2147483684" r:id="rId14"/>
    <p:sldLayoutId id="2147483675" r:id="rId15"/>
    <p:sldLayoutId id="2147483666" r:id="rId16"/>
    <p:sldLayoutId id="2147483667" r:id="rId17"/>
    <p:sldLayoutId id="2147483686" r:id="rId18"/>
  </p:sldLayoutIdLst>
  <p:txStyles>
    <p:titleStyle>
      <a:lvl1pPr algn="l" defTabSz="685800" rtl="0" eaLnBrk="1" latinLnBrk="0" hangingPunct="1">
        <a:lnSpc>
          <a:spcPct val="90000"/>
        </a:lnSpc>
        <a:spcBef>
          <a:spcPct val="0"/>
        </a:spcBef>
        <a:buNone/>
        <a:defRPr sz="2600" b="0" i="0" kern="1200">
          <a:solidFill>
            <a:schemeClr val="bg1"/>
          </a:solidFill>
          <a:latin typeface="Arial Regular"/>
          <a:ea typeface="Verdana" panose="020B0604030504040204" pitchFamily="34" charset="0"/>
          <a:cs typeface="Verdana" panose="020B0604030504040204" pitchFamily="34" charset="0"/>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1600" b="0" i="0" kern="1200">
          <a:solidFill>
            <a:schemeClr val="bg1"/>
          </a:solidFill>
          <a:latin typeface="Arial Regular"/>
          <a:ea typeface="Verdana" charset="0"/>
          <a:cs typeface="Verdana" charset="0"/>
        </a:defRPr>
      </a:lvl1pPr>
      <a:lvl2pPr marL="514350" indent="-171450" algn="l" defTabSz="685800" rtl="0" eaLnBrk="1" latinLnBrk="0" hangingPunct="1">
        <a:lnSpc>
          <a:spcPct val="90000"/>
        </a:lnSpc>
        <a:spcBef>
          <a:spcPts val="375"/>
        </a:spcBef>
        <a:buFont typeface="Arial" panose="020B0604020202020204" pitchFamily="34" charset="0"/>
        <a:buChar char="•"/>
        <a:defRPr sz="1600" b="0" i="0" kern="1200">
          <a:solidFill>
            <a:schemeClr val="bg1"/>
          </a:solidFill>
          <a:latin typeface="Arial Regular"/>
          <a:ea typeface="Verdana" charset="0"/>
          <a:cs typeface="Verdana" charset="0"/>
        </a:defRPr>
      </a:lvl2pPr>
      <a:lvl3pPr marL="857250" indent="-171450" algn="l" defTabSz="685800" rtl="0" eaLnBrk="1" latinLnBrk="0" hangingPunct="1">
        <a:lnSpc>
          <a:spcPct val="90000"/>
        </a:lnSpc>
        <a:spcBef>
          <a:spcPts val="375"/>
        </a:spcBef>
        <a:buFont typeface="Arial" panose="020B0604020202020204" pitchFamily="34" charset="0"/>
        <a:buChar char="•"/>
        <a:defRPr sz="1500" b="0" i="0" kern="1200">
          <a:solidFill>
            <a:schemeClr val="bg1"/>
          </a:solidFill>
          <a:latin typeface="Arial Regular"/>
          <a:ea typeface="Verdana" charset="0"/>
          <a:cs typeface="Verdana"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350" b="0" i="0" kern="1200">
          <a:solidFill>
            <a:schemeClr val="bg1"/>
          </a:solidFill>
          <a:latin typeface="Arial Regular"/>
          <a:ea typeface="Verdana" charset="0"/>
          <a:cs typeface="Verdana"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350" b="0" i="0" kern="1200">
          <a:solidFill>
            <a:schemeClr val="bg1"/>
          </a:solidFill>
          <a:latin typeface="Arial Regular"/>
          <a:ea typeface="Verdana" charset="0"/>
          <a:cs typeface="Verdana"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9.pn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32E95A0-0A17-0A46-A057-FF0336CE7AAF}"/>
              </a:ext>
            </a:extLst>
          </p:cNvPr>
          <p:cNvSpPr>
            <a:spLocks noGrp="1"/>
          </p:cNvSpPr>
          <p:nvPr>
            <p:ph type="ctrTitle"/>
          </p:nvPr>
        </p:nvSpPr>
        <p:spPr>
          <a:xfrm>
            <a:off x="169044" y="666972"/>
            <a:ext cx="8562138" cy="701450"/>
          </a:xfrm>
        </p:spPr>
        <p:txBody>
          <a:bodyPr/>
          <a:lstStyle/>
          <a:p>
            <a:r>
              <a:rPr lang="en-US"/>
              <a:t>San Diego County</a:t>
            </a:r>
          </a:p>
        </p:txBody>
      </p:sp>
      <p:sp>
        <p:nvSpPr>
          <p:cNvPr id="5" name="Subtitle 4">
            <a:extLst>
              <a:ext uri="{FF2B5EF4-FFF2-40B4-BE49-F238E27FC236}">
                <a16:creationId xmlns:a16="http://schemas.microsoft.com/office/drawing/2014/main" id="{79E156E1-4497-1A4F-AC1A-5D00596A499F}"/>
              </a:ext>
            </a:extLst>
          </p:cNvPr>
          <p:cNvSpPr>
            <a:spLocks noGrp="1"/>
          </p:cNvSpPr>
          <p:nvPr>
            <p:ph type="subTitle" idx="1"/>
          </p:nvPr>
        </p:nvSpPr>
        <p:spPr>
          <a:xfrm>
            <a:off x="420996" y="2025702"/>
            <a:ext cx="8562138" cy="536622"/>
          </a:xfrm>
        </p:spPr>
        <p:txBody>
          <a:bodyPr/>
          <a:lstStyle/>
          <a:p>
            <a:r>
              <a:rPr lang="en-US" err="1"/>
              <a:t>BodyCam</a:t>
            </a:r>
            <a:r>
              <a:rPr lang="en-US"/>
              <a:t> Storage Initiative</a:t>
            </a:r>
          </a:p>
        </p:txBody>
      </p:sp>
      <p:pic>
        <p:nvPicPr>
          <p:cNvPr id="7" name="Picture 6">
            <a:extLst>
              <a:ext uri="{FF2B5EF4-FFF2-40B4-BE49-F238E27FC236}">
                <a16:creationId xmlns:a16="http://schemas.microsoft.com/office/drawing/2014/main" id="{55165D7E-F216-4B14-AA62-8DDD28A3DE63}"/>
              </a:ext>
            </a:extLst>
          </p:cNvPr>
          <p:cNvPicPr>
            <a:picLocks noChangeAspect="1"/>
          </p:cNvPicPr>
          <p:nvPr/>
        </p:nvPicPr>
        <p:blipFill>
          <a:blip r:embed="rId2"/>
          <a:stretch>
            <a:fillRect/>
          </a:stretch>
        </p:blipFill>
        <p:spPr>
          <a:xfrm>
            <a:off x="1311363" y="2762296"/>
            <a:ext cx="2724150" cy="2219325"/>
          </a:xfrm>
          <a:prstGeom prst="rect">
            <a:avLst/>
          </a:prstGeom>
        </p:spPr>
      </p:pic>
      <p:pic>
        <p:nvPicPr>
          <p:cNvPr id="10" name="Picture 9">
            <a:extLst>
              <a:ext uri="{FF2B5EF4-FFF2-40B4-BE49-F238E27FC236}">
                <a16:creationId xmlns:a16="http://schemas.microsoft.com/office/drawing/2014/main" id="{A70E248C-F1D4-4990-9F34-E6EC392A9D5A}"/>
              </a:ext>
            </a:extLst>
          </p:cNvPr>
          <p:cNvPicPr>
            <a:picLocks noChangeAspect="1"/>
          </p:cNvPicPr>
          <p:nvPr/>
        </p:nvPicPr>
        <p:blipFill>
          <a:blip r:embed="rId3"/>
          <a:stretch>
            <a:fillRect/>
          </a:stretch>
        </p:blipFill>
        <p:spPr>
          <a:xfrm>
            <a:off x="4404932" y="2882634"/>
            <a:ext cx="2583087" cy="2173471"/>
          </a:xfrm>
          <a:prstGeom prst="rect">
            <a:avLst/>
          </a:prstGeom>
        </p:spPr>
      </p:pic>
    </p:spTree>
    <p:extLst>
      <p:ext uri="{BB962C8B-B14F-4D97-AF65-F5344CB8AC3E}">
        <p14:creationId xmlns:p14="http://schemas.microsoft.com/office/powerpoint/2010/main" val="38451659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BF42A63-5D92-9F46-8167-EF1E74276E95}"/>
              </a:ext>
            </a:extLst>
          </p:cNvPr>
          <p:cNvSpPr>
            <a:spLocks noGrp="1"/>
          </p:cNvSpPr>
          <p:nvPr>
            <p:ph type="title"/>
          </p:nvPr>
        </p:nvSpPr>
        <p:spPr/>
        <p:txBody>
          <a:bodyPr/>
          <a:lstStyle/>
          <a:p>
            <a:r>
              <a:rPr lang="en-US"/>
              <a:t>Agenda</a:t>
            </a:r>
          </a:p>
        </p:txBody>
      </p:sp>
      <p:graphicFrame>
        <p:nvGraphicFramePr>
          <p:cNvPr id="3" name="Content Placeholder 2">
            <a:extLst>
              <a:ext uri="{FF2B5EF4-FFF2-40B4-BE49-F238E27FC236}">
                <a16:creationId xmlns:a16="http://schemas.microsoft.com/office/drawing/2014/main" id="{32383BC2-24FE-40FE-96B0-948EB0AA4992}"/>
              </a:ext>
            </a:extLst>
          </p:cNvPr>
          <p:cNvGraphicFramePr>
            <a:graphicFrameLocks noGrp="1"/>
          </p:cNvGraphicFramePr>
          <p:nvPr>
            <p:ph idx="1"/>
            <p:extLst>
              <p:ext uri="{D42A27DB-BD31-4B8C-83A1-F6EECF244321}">
                <p14:modId xmlns:p14="http://schemas.microsoft.com/office/powerpoint/2010/main" val="2125470624"/>
              </p:ext>
            </p:extLst>
          </p:nvPr>
        </p:nvGraphicFramePr>
        <p:xfrm>
          <a:off x="230188" y="985837"/>
          <a:ext cx="5310200" cy="352542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021055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589636E-D30D-1741-9D8B-EC1EF7401C2A}"/>
              </a:ext>
            </a:extLst>
          </p:cNvPr>
          <p:cNvSpPr>
            <a:spLocks noGrp="1"/>
          </p:cNvSpPr>
          <p:nvPr>
            <p:ph type="title"/>
          </p:nvPr>
        </p:nvSpPr>
        <p:spPr>
          <a:xfrm>
            <a:off x="216083" y="-59804"/>
            <a:ext cx="5223843" cy="682400"/>
          </a:xfrm>
        </p:spPr>
        <p:txBody>
          <a:bodyPr/>
          <a:lstStyle/>
          <a:p>
            <a:r>
              <a:rPr lang="en-US"/>
              <a:t>Background/Problem Statement</a:t>
            </a:r>
          </a:p>
        </p:txBody>
      </p:sp>
      <p:pic>
        <p:nvPicPr>
          <p:cNvPr id="1028" name="Picture 4">
            <a:extLst>
              <a:ext uri="{FF2B5EF4-FFF2-40B4-BE49-F238E27FC236}">
                <a16:creationId xmlns:a16="http://schemas.microsoft.com/office/drawing/2014/main" id="{D8BEB2E9-31A1-2848-9DAE-071EB4227F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25580" y="2333353"/>
            <a:ext cx="4114346" cy="968136"/>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7BC90C41-13C4-D645-AB59-8995733BE801}"/>
              </a:ext>
            </a:extLst>
          </p:cNvPr>
          <p:cNvSpPr/>
          <p:nvPr/>
        </p:nvSpPr>
        <p:spPr>
          <a:xfrm>
            <a:off x="242234" y="1123577"/>
            <a:ext cx="726011" cy="530244"/>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sz="600">
                <a:solidFill>
                  <a:srgbClr val="070807"/>
                </a:solidFill>
                <a:latin typeface="Arial" panose="020B0604020202020204" pitchFamily="34" charset="0"/>
                <a:cs typeface="Arial" panose="020B0604020202020204" pitchFamily="34" charset="0"/>
              </a:rPr>
              <a:t>Axon Commander app</a:t>
            </a:r>
          </a:p>
        </p:txBody>
      </p:sp>
      <p:sp>
        <p:nvSpPr>
          <p:cNvPr id="8" name="Rectangle 7">
            <a:extLst>
              <a:ext uri="{FF2B5EF4-FFF2-40B4-BE49-F238E27FC236}">
                <a16:creationId xmlns:a16="http://schemas.microsoft.com/office/drawing/2014/main" id="{D368D17F-D252-3543-8015-A2F3FD36A27A}"/>
              </a:ext>
            </a:extLst>
          </p:cNvPr>
          <p:cNvSpPr/>
          <p:nvPr/>
        </p:nvSpPr>
        <p:spPr>
          <a:xfrm>
            <a:off x="1246983" y="1123577"/>
            <a:ext cx="635922" cy="530244"/>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sz="500">
                <a:solidFill>
                  <a:srgbClr val="070807"/>
                </a:solidFill>
                <a:latin typeface="Arial" panose="020B0604020202020204" pitchFamily="34" charset="0"/>
                <a:cs typeface="Arial" panose="020B0604020202020204" pitchFamily="34" charset="0"/>
              </a:rPr>
              <a:t>Mp4, </a:t>
            </a:r>
            <a:r>
              <a:rPr lang="en-US" sz="500" err="1">
                <a:solidFill>
                  <a:srgbClr val="070807"/>
                </a:solidFill>
                <a:latin typeface="Arial" panose="020B0604020202020204" pitchFamily="34" charset="0"/>
                <a:cs typeface="Arial" panose="020B0604020202020204" pitchFamily="34" charset="0"/>
              </a:rPr>
              <a:t>imd</a:t>
            </a:r>
            <a:r>
              <a:rPr lang="en-US" sz="500">
                <a:solidFill>
                  <a:srgbClr val="070807"/>
                </a:solidFill>
                <a:latin typeface="Arial" panose="020B0604020202020204" pitchFamily="34" charset="0"/>
                <a:cs typeface="Arial" panose="020B0604020202020204" pitchFamily="34" charset="0"/>
              </a:rPr>
              <a:t>, axon-mf files created to local disk and file share</a:t>
            </a:r>
          </a:p>
        </p:txBody>
      </p:sp>
      <p:sp>
        <p:nvSpPr>
          <p:cNvPr id="9" name="Rectangle 8">
            <a:extLst>
              <a:ext uri="{FF2B5EF4-FFF2-40B4-BE49-F238E27FC236}">
                <a16:creationId xmlns:a16="http://schemas.microsoft.com/office/drawing/2014/main" id="{4CB292CF-7253-4647-AF44-0F81D9B8E0F2}"/>
              </a:ext>
            </a:extLst>
          </p:cNvPr>
          <p:cNvSpPr/>
          <p:nvPr/>
        </p:nvSpPr>
        <p:spPr>
          <a:xfrm>
            <a:off x="2126724" y="1123577"/>
            <a:ext cx="635922" cy="530244"/>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sz="600">
                <a:solidFill>
                  <a:srgbClr val="070807"/>
                </a:solidFill>
                <a:latin typeface="Arial" panose="020B0604020202020204" pitchFamily="34" charset="0"/>
                <a:cs typeface="Arial" panose="020B0604020202020204" pitchFamily="34" charset="0"/>
              </a:rPr>
              <a:t>Storage gateway produces cached copy of files from file share</a:t>
            </a:r>
          </a:p>
        </p:txBody>
      </p:sp>
      <p:sp>
        <p:nvSpPr>
          <p:cNvPr id="10" name="Rectangle 9">
            <a:extLst>
              <a:ext uri="{FF2B5EF4-FFF2-40B4-BE49-F238E27FC236}">
                <a16:creationId xmlns:a16="http://schemas.microsoft.com/office/drawing/2014/main" id="{8580AC49-556A-FF41-A654-8BE0F7762928}"/>
              </a:ext>
            </a:extLst>
          </p:cNvPr>
          <p:cNvSpPr/>
          <p:nvPr/>
        </p:nvSpPr>
        <p:spPr>
          <a:xfrm>
            <a:off x="3592799" y="1123578"/>
            <a:ext cx="674402" cy="530243"/>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sz="600">
                <a:solidFill>
                  <a:srgbClr val="070807"/>
                </a:solidFill>
                <a:latin typeface="Arial" panose="020B0604020202020204" pitchFamily="34" charset="0"/>
                <a:cs typeface="Arial" panose="020B0604020202020204" pitchFamily="34" charset="0"/>
              </a:rPr>
              <a:t>File gets created/modified in S3 bucket</a:t>
            </a:r>
          </a:p>
        </p:txBody>
      </p:sp>
      <p:sp>
        <p:nvSpPr>
          <p:cNvPr id="11" name="Rectangle 10">
            <a:extLst>
              <a:ext uri="{FF2B5EF4-FFF2-40B4-BE49-F238E27FC236}">
                <a16:creationId xmlns:a16="http://schemas.microsoft.com/office/drawing/2014/main" id="{F6687BAB-DD1A-DF49-94FA-488356D206E1}"/>
              </a:ext>
            </a:extLst>
          </p:cNvPr>
          <p:cNvSpPr/>
          <p:nvPr/>
        </p:nvSpPr>
        <p:spPr>
          <a:xfrm>
            <a:off x="4714160" y="1123578"/>
            <a:ext cx="635922" cy="265122"/>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sz="600">
                <a:solidFill>
                  <a:srgbClr val="070807"/>
                </a:solidFill>
                <a:latin typeface="Arial" panose="020B0604020202020204" pitchFamily="34" charset="0"/>
                <a:cs typeface="Arial" panose="020B0604020202020204" pitchFamily="34" charset="0"/>
              </a:rPr>
              <a:t>new version of file</a:t>
            </a:r>
          </a:p>
        </p:txBody>
      </p:sp>
      <p:cxnSp>
        <p:nvCxnSpPr>
          <p:cNvPr id="7" name="Straight Connector 6">
            <a:extLst>
              <a:ext uri="{FF2B5EF4-FFF2-40B4-BE49-F238E27FC236}">
                <a16:creationId xmlns:a16="http://schemas.microsoft.com/office/drawing/2014/main" id="{A75FA03C-7B2E-7B4F-95C2-34405CFEFB95}"/>
              </a:ext>
            </a:extLst>
          </p:cNvPr>
          <p:cNvCxnSpPr>
            <a:cxnSpLocks/>
            <a:stCxn id="3" idx="3"/>
            <a:endCxn id="8" idx="1"/>
          </p:cNvCxnSpPr>
          <p:nvPr/>
        </p:nvCxnSpPr>
        <p:spPr>
          <a:xfrm>
            <a:off x="968245" y="1388699"/>
            <a:ext cx="278738" cy="0"/>
          </a:xfrm>
          <a:prstGeom prst="line">
            <a:avLst/>
          </a:prstGeom>
          <a:ln w="9525" cap="flat" cmpd="sng" algn="ctr">
            <a:solidFill>
              <a:schemeClr val="accent3"/>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3" name="Straight Connector 12">
            <a:extLst>
              <a:ext uri="{FF2B5EF4-FFF2-40B4-BE49-F238E27FC236}">
                <a16:creationId xmlns:a16="http://schemas.microsoft.com/office/drawing/2014/main" id="{3539CCF4-1652-7840-B2FA-11ABD7A8115A}"/>
              </a:ext>
            </a:extLst>
          </p:cNvPr>
          <p:cNvCxnSpPr>
            <a:cxnSpLocks/>
            <a:stCxn id="8" idx="3"/>
            <a:endCxn id="9" idx="1"/>
          </p:cNvCxnSpPr>
          <p:nvPr/>
        </p:nvCxnSpPr>
        <p:spPr>
          <a:xfrm>
            <a:off x="1882905" y="1388699"/>
            <a:ext cx="243819" cy="0"/>
          </a:xfrm>
          <a:prstGeom prst="line">
            <a:avLst/>
          </a:prstGeom>
          <a:ln w="9525" cap="flat" cmpd="sng" algn="ctr">
            <a:solidFill>
              <a:schemeClr val="accent3"/>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5" name="Straight Connector 14">
            <a:extLst>
              <a:ext uri="{FF2B5EF4-FFF2-40B4-BE49-F238E27FC236}">
                <a16:creationId xmlns:a16="http://schemas.microsoft.com/office/drawing/2014/main" id="{404C8084-5B20-C84A-A632-FE2397176FBB}"/>
              </a:ext>
            </a:extLst>
          </p:cNvPr>
          <p:cNvCxnSpPr>
            <a:cxnSpLocks/>
            <a:stCxn id="9" idx="3"/>
            <a:endCxn id="10" idx="1"/>
          </p:cNvCxnSpPr>
          <p:nvPr/>
        </p:nvCxnSpPr>
        <p:spPr>
          <a:xfrm>
            <a:off x="2762646" y="1388699"/>
            <a:ext cx="830153" cy="1"/>
          </a:xfrm>
          <a:prstGeom prst="line">
            <a:avLst/>
          </a:prstGeom>
          <a:ln w="9525" cap="flat" cmpd="sng" algn="ctr">
            <a:solidFill>
              <a:schemeClr val="accent3"/>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7" name="Straight Connector 16">
            <a:extLst>
              <a:ext uri="{FF2B5EF4-FFF2-40B4-BE49-F238E27FC236}">
                <a16:creationId xmlns:a16="http://schemas.microsoft.com/office/drawing/2014/main" id="{15129354-8149-3949-B31D-9299A5D0FE4D}"/>
              </a:ext>
            </a:extLst>
          </p:cNvPr>
          <p:cNvCxnSpPr>
            <a:cxnSpLocks/>
          </p:cNvCxnSpPr>
          <p:nvPr/>
        </p:nvCxnSpPr>
        <p:spPr>
          <a:xfrm flipV="1">
            <a:off x="4267201" y="1338278"/>
            <a:ext cx="446959" cy="1"/>
          </a:xfrm>
          <a:prstGeom prst="line">
            <a:avLst/>
          </a:prstGeom>
          <a:ln w="9525" cap="flat" cmpd="sng" algn="ctr">
            <a:solidFill>
              <a:schemeClr val="accent3"/>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6" name="TextBox 35">
            <a:extLst>
              <a:ext uri="{FF2B5EF4-FFF2-40B4-BE49-F238E27FC236}">
                <a16:creationId xmlns:a16="http://schemas.microsoft.com/office/drawing/2014/main" id="{AD8BD0B0-77B4-BE4B-9A44-35E31BE645BD}"/>
              </a:ext>
            </a:extLst>
          </p:cNvPr>
          <p:cNvSpPr txBox="1"/>
          <p:nvPr/>
        </p:nvSpPr>
        <p:spPr>
          <a:xfrm>
            <a:off x="1577713" y="608449"/>
            <a:ext cx="2369865" cy="246221"/>
          </a:xfrm>
          <a:prstGeom prst="rect">
            <a:avLst/>
          </a:prstGeom>
          <a:noFill/>
        </p:spPr>
        <p:txBody>
          <a:bodyPr wrap="square" rtlCol="0">
            <a:spAutoFit/>
          </a:bodyPr>
          <a:lstStyle/>
          <a:p>
            <a:r>
              <a:rPr lang="en-US" sz="1000">
                <a:solidFill>
                  <a:srgbClr val="070807"/>
                </a:solidFill>
              </a:rPr>
              <a:t>Axon Commander File Flow Diagram</a:t>
            </a:r>
          </a:p>
        </p:txBody>
      </p:sp>
      <p:sp>
        <p:nvSpPr>
          <p:cNvPr id="39" name="TextBox 38">
            <a:extLst>
              <a:ext uri="{FF2B5EF4-FFF2-40B4-BE49-F238E27FC236}">
                <a16:creationId xmlns:a16="http://schemas.microsoft.com/office/drawing/2014/main" id="{F514979E-542D-5B40-835A-9C87AF861099}"/>
              </a:ext>
            </a:extLst>
          </p:cNvPr>
          <p:cNvSpPr txBox="1"/>
          <p:nvPr/>
        </p:nvSpPr>
        <p:spPr>
          <a:xfrm>
            <a:off x="3461236" y="2053810"/>
            <a:ext cx="1834288" cy="246221"/>
          </a:xfrm>
          <a:prstGeom prst="rect">
            <a:avLst/>
          </a:prstGeom>
          <a:noFill/>
        </p:spPr>
        <p:txBody>
          <a:bodyPr wrap="square" rtlCol="0">
            <a:spAutoFit/>
          </a:bodyPr>
          <a:lstStyle/>
          <a:p>
            <a:r>
              <a:rPr lang="en-US" sz="1000">
                <a:solidFill>
                  <a:srgbClr val="070807"/>
                </a:solidFill>
              </a:rPr>
              <a:t>AWS Service Flow Diagram</a:t>
            </a:r>
          </a:p>
        </p:txBody>
      </p:sp>
      <p:sp>
        <p:nvSpPr>
          <p:cNvPr id="43" name="Rectangle 42">
            <a:extLst>
              <a:ext uri="{FF2B5EF4-FFF2-40B4-BE49-F238E27FC236}">
                <a16:creationId xmlns:a16="http://schemas.microsoft.com/office/drawing/2014/main" id="{7E063523-0116-E241-B50E-A492FF130CF5}"/>
              </a:ext>
            </a:extLst>
          </p:cNvPr>
          <p:cNvSpPr/>
          <p:nvPr/>
        </p:nvSpPr>
        <p:spPr>
          <a:xfrm>
            <a:off x="1243831" y="1761646"/>
            <a:ext cx="635922" cy="530244"/>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sz="500">
                <a:solidFill>
                  <a:srgbClr val="070807"/>
                </a:solidFill>
                <a:latin typeface="Arial" panose="020B0604020202020204" pitchFamily="34" charset="0"/>
                <a:cs typeface="Arial" panose="020B0604020202020204" pitchFamily="34" charset="0"/>
              </a:rPr>
              <a:t>Mp4, </a:t>
            </a:r>
            <a:r>
              <a:rPr lang="en-US" sz="500" err="1">
                <a:solidFill>
                  <a:srgbClr val="070807"/>
                </a:solidFill>
                <a:latin typeface="Arial" panose="020B0604020202020204" pitchFamily="34" charset="0"/>
                <a:cs typeface="Arial" panose="020B0604020202020204" pitchFamily="34" charset="0"/>
              </a:rPr>
              <a:t>imd</a:t>
            </a:r>
            <a:r>
              <a:rPr lang="en-US" sz="500">
                <a:solidFill>
                  <a:srgbClr val="070807"/>
                </a:solidFill>
                <a:latin typeface="Arial" panose="020B0604020202020204" pitchFamily="34" charset="0"/>
                <a:cs typeface="Arial" panose="020B0604020202020204" pitchFamily="34" charset="0"/>
              </a:rPr>
              <a:t>, axon-mf files get modified on local disk or file share</a:t>
            </a:r>
          </a:p>
        </p:txBody>
      </p:sp>
      <p:cxnSp>
        <p:nvCxnSpPr>
          <p:cNvPr id="42" name="Straight Connector 41">
            <a:extLst>
              <a:ext uri="{FF2B5EF4-FFF2-40B4-BE49-F238E27FC236}">
                <a16:creationId xmlns:a16="http://schemas.microsoft.com/office/drawing/2014/main" id="{6AC011D4-4945-7E4E-A42C-0AC9A449E5E9}"/>
              </a:ext>
            </a:extLst>
          </p:cNvPr>
          <p:cNvCxnSpPr>
            <a:stCxn id="3" idx="2"/>
            <a:endCxn id="43" idx="1"/>
          </p:cNvCxnSpPr>
          <p:nvPr/>
        </p:nvCxnSpPr>
        <p:spPr>
          <a:xfrm>
            <a:off x="605240" y="1653821"/>
            <a:ext cx="638591" cy="372947"/>
          </a:xfrm>
          <a:prstGeom prst="line">
            <a:avLst/>
          </a:prstGeom>
          <a:ln w="9525" cap="flat" cmpd="sng" algn="ctr">
            <a:solidFill>
              <a:schemeClr val="accent3"/>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5" name="Straight Connector 44">
            <a:extLst>
              <a:ext uri="{FF2B5EF4-FFF2-40B4-BE49-F238E27FC236}">
                <a16:creationId xmlns:a16="http://schemas.microsoft.com/office/drawing/2014/main" id="{0D1923B0-0FD1-344B-8B26-C26F2F6815B8}"/>
              </a:ext>
            </a:extLst>
          </p:cNvPr>
          <p:cNvCxnSpPr>
            <a:cxnSpLocks/>
            <a:stCxn id="43" idx="3"/>
            <a:endCxn id="9" idx="2"/>
          </p:cNvCxnSpPr>
          <p:nvPr/>
        </p:nvCxnSpPr>
        <p:spPr>
          <a:xfrm flipV="1">
            <a:off x="1879753" y="1653821"/>
            <a:ext cx="564932" cy="372947"/>
          </a:xfrm>
          <a:prstGeom prst="line">
            <a:avLst/>
          </a:prstGeom>
          <a:ln w="9525" cap="flat" cmpd="sng" algn="ctr">
            <a:solidFill>
              <a:schemeClr val="accent3"/>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4" name="Straight Connector 33">
            <a:extLst>
              <a:ext uri="{FF2B5EF4-FFF2-40B4-BE49-F238E27FC236}">
                <a16:creationId xmlns:a16="http://schemas.microsoft.com/office/drawing/2014/main" id="{4EFA53D1-3862-406D-89C1-00676036001F}"/>
              </a:ext>
            </a:extLst>
          </p:cNvPr>
          <p:cNvCxnSpPr>
            <a:cxnSpLocks/>
          </p:cNvCxnSpPr>
          <p:nvPr/>
        </p:nvCxnSpPr>
        <p:spPr>
          <a:xfrm flipV="1">
            <a:off x="4269549" y="1493577"/>
            <a:ext cx="446959" cy="1"/>
          </a:xfrm>
          <a:prstGeom prst="line">
            <a:avLst/>
          </a:prstGeom>
          <a:ln w="9525" cap="flat" cmpd="sng" algn="ctr">
            <a:solidFill>
              <a:schemeClr val="accent3"/>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5" name="Rectangle 34">
            <a:extLst>
              <a:ext uri="{FF2B5EF4-FFF2-40B4-BE49-F238E27FC236}">
                <a16:creationId xmlns:a16="http://schemas.microsoft.com/office/drawing/2014/main" id="{57916175-BC6C-421A-8B0F-557BF12EE8A3}"/>
              </a:ext>
            </a:extLst>
          </p:cNvPr>
          <p:cNvSpPr/>
          <p:nvPr/>
        </p:nvSpPr>
        <p:spPr>
          <a:xfrm>
            <a:off x="4714160" y="1422022"/>
            <a:ext cx="635922" cy="186188"/>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sz="600">
                <a:solidFill>
                  <a:srgbClr val="070807"/>
                </a:solidFill>
                <a:latin typeface="Arial" panose="020B0604020202020204" pitchFamily="34" charset="0"/>
                <a:cs typeface="Arial" panose="020B0604020202020204" pitchFamily="34" charset="0"/>
              </a:rPr>
              <a:t>new version of file</a:t>
            </a:r>
          </a:p>
        </p:txBody>
      </p:sp>
      <p:sp>
        <p:nvSpPr>
          <p:cNvPr id="25" name="Rectangle: Rounded Corners 24">
            <a:extLst>
              <a:ext uri="{FF2B5EF4-FFF2-40B4-BE49-F238E27FC236}">
                <a16:creationId xmlns:a16="http://schemas.microsoft.com/office/drawing/2014/main" id="{9C1C5834-5482-49A0-A862-24F658BA6211}"/>
              </a:ext>
            </a:extLst>
          </p:cNvPr>
          <p:cNvSpPr/>
          <p:nvPr/>
        </p:nvSpPr>
        <p:spPr>
          <a:xfrm>
            <a:off x="1149350" y="896133"/>
            <a:ext cx="820492" cy="2405353"/>
          </a:xfrm>
          <a:prstGeom prst="roundRect">
            <a:avLst/>
          </a:prstGeom>
          <a:noFill/>
          <a:ln>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latin typeface="Arial" panose="020B0604020202020204" pitchFamily="34" charset="0"/>
              <a:cs typeface="Arial" panose="020B0604020202020204" pitchFamily="34" charset="0"/>
            </a:endParaRPr>
          </a:p>
        </p:txBody>
      </p:sp>
      <p:sp>
        <p:nvSpPr>
          <p:cNvPr id="37" name="Rectangle: Rounded Corners 36">
            <a:extLst>
              <a:ext uri="{FF2B5EF4-FFF2-40B4-BE49-F238E27FC236}">
                <a16:creationId xmlns:a16="http://schemas.microsoft.com/office/drawing/2014/main" id="{8DC2D876-450E-487F-8FC9-7BCADAA7BDF7}"/>
              </a:ext>
            </a:extLst>
          </p:cNvPr>
          <p:cNvSpPr/>
          <p:nvPr/>
        </p:nvSpPr>
        <p:spPr>
          <a:xfrm>
            <a:off x="2032433" y="887992"/>
            <a:ext cx="820492" cy="2405353"/>
          </a:xfrm>
          <a:prstGeom prst="roundRect">
            <a:avLst/>
          </a:prstGeom>
          <a:noFill/>
          <a:ln>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latin typeface="Arial" panose="020B0604020202020204" pitchFamily="34" charset="0"/>
              <a:cs typeface="Arial" panose="020B0604020202020204" pitchFamily="34" charset="0"/>
            </a:endParaRPr>
          </a:p>
        </p:txBody>
      </p:sp>
      <p:sp>
        <p:nvSpPr>
          <p:cNvPr id="38" name="Rectangle: Rounded Corners 37">
            <a:extLst>
              <a:ext uri="{FF2B5EF4-FFF2-40B4-BE49-F238E27FC236}">
                <a16:creationId xmlns:a16="http://schemas.microsoft.com/office/drawing/2014/main" id="{A2797B0D-EF73-42EF-920F-E4C000FEA8AB}"/>
              </a:ext>
            </a:extLst>
          </p:cNvPr>
          <p:cNvSpPr/>
          <p:nvPr/>
        </p:nvSpPr>
        <p:spPr>
          <a:xfrm>
            <a:off x="3482248" y="895435"/>
            <a:ext cx="1957678" cy="2405353"/>
          </a:xfrm>
          <a:prstGeom prst="roundRect">
            <a:avLst/>
          </a:prstGeom>
          <a:noFill/>
          <a:ln>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41400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0"/>
                                  </p:stCondLst>
                                  <p:childTnLst>
                                    <p:set>
                                      <p:cBhvr>
                                        <p:cTn id="9" dur="1" fill="hold">
                                          <p:stCondLst>
                                            <p:cond delay="0"/>
                                          </p:stCondLst>
                                        </p:cTn>
                                        <p:tgtEl>
                                          <p:spTgt spid="42"/>
                                        </p:tgtEl>
                                        <p:attrNameLst>
                                          <p:attrName>style.visibility</p:attrName>
                                        </p:attrNameLst>
                                      </p:cBhvr>
                                      <p:to>
                                        <p:strVal val="visible"/>
                                      </p:to>
                                    </p:set>
                                    <p:animEffect transition="in" filter="fade">
                                      <p:cBhvr>
                                        <p:cTn id="10" dur="500"/>
                                        <p:tgtEl>
                                          <p:spTgt spid="42"/>
                                        </p:tgtEl>
                                      </p:cBhvr>
                                    </p:animEffect>
                                  </p:childTnLst>
                                </p:cTn>
                              </p:par>
                              <p:par>
                                <p:cTn id="11" presetID="10"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43"/>
                                        </p:tgtEl>
                                        <p:attrNameLst>
                                          <p:attrName>style.visibility</p:attrName>
                                        </p:attrNameLst>
                                      </p:cBhvr>
                                      <p:to>
                                        <p:strVal val="visible"/>
                                      </p:to>
                                    </p:set>
                                    <p:animEffect transition="in" filter="fade">
                                      <p:cBhvr>
                                        <p:cTn id="19" dur="500"/>
                                        <p:tgtEl>
                                          <p:spTgt spid="4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500"/>
                                        <p:tgtEl>
                                          <p:spTgt spid="2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5"/>
                                        </p:tgtEl>
                                        <p:attrNameLst>
                                          <p:attrName>style.visibility</p:attrName>
                                        </p:attrNameLst>
                                      </p:cBhvr>
                                      <p:to>
                                        <p:strVal val="visible"/>
                                      </p:to>
                                    </p:set>
                                    <p:animEffect transition="in" filter="fade">
                                      <p:cBhvr>
                                        <p:cTn id="27" dur="500"/>
                                        <p:tgtEl>
                                          <p:spTgt spid="45"/>
                                        </p:tgtEl>
                                      </p:cBhvr>
                                    </p:animEffect>
                                  </p:childTnLst>
                                </p:cTn>
                              </p:par>
                              <p:par>
                                <p:cTn id="28" presetID="10" presetClass="entr" presetSubtype="0" fill="hold"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fade">
                                      <p:cBhvr>
                                        <p:cTn id="33" dur="500"/>
                                        <p:tgtEl>
                                          <p:spTgt spid="9"/>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37"/>
                                        </p:tgtEl>
                                        <p:attrNameLst>
                                          <p:attrName>style.visibility</p:attrName>
                                        </p:attrNameLst>
                                      </p:cBhvr>
                                      <p:to>
                                        <p:strVal val="visible"/>
                                      </p:to>
                                    </p:set>
                                    <p:animEffect transition="in" filter="fade">
                                      <p:cBhvr>
                                        <p:cTn id="36" dur="500"/>
                                        <p:tgtEl>
                                          <p:spTgt spid="37"/>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5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0"/>
                                        </p:tgtEl>
                                        <p:attrNameLst>
                                          <p:attrName>style.visibility</p:attrName>
                                        </p:attrNameLst>
                                      </p:cBhvr>
                                      <p:to>
                                        <p:strVal val="visible"/>
                                      </p:to>
                                    </p:set>
                                    <p:animEffect transition="in" filter="fade">
                                      <p:cBhvr>
                                        <p:cTn id="44" dur="500"/>
                                        <p:tgtEl>
                                          <p:spTgt spid="10"/>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38"/>
                                        </p:tgtEl>
                                        <p:attrNameLst>
                                          <p:attrName>style.visibility</p:attrName>
                                        </p:attrNameLst>
                                      </p:cBhvr>
                                      <p:to>
                                        <p:strVal val="visible"/>
                                      </p:to>
                                    </p:set>
                                    <p:animEffect transition="in" filter="fade">
                                      <p:cBhvr>
                                        <p:cTn id="47" dur="500"/>
                                        <p:tgtEl>
                                          <p:spTgt spid="38"/>
                                        </p:tgtEl>
                                      </p:cBhvr>
                                    </p:animEffect>
                                  </p:childTnLst>
                                </p:cTn>
                              </p:par>
                              <p:par>
                                <p:cTn id="48" presetID="10" presetClass="entr" presetSubtype="0" fill="hold" nodeType="with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500"/>
                                        <p:tgtEl>
                                          <p:spTgt spid="17"/>
                                        </p:tgtEl>
                                      </p:cBhvr>
                                    </p:animEffect>
                                  </p:childTnLst>
                                </p:cTn>
                              </p:par>
                              <p:par>
                                <p:cTn id="51" presetID="10" presetClass="entr" presetSubtype="0" fill="hold" nodeType="withEffect">
                                  <p:stCondLst>
                                    <p:cond delay="0"/>
                                  </p:stCondLst>
                                  <p:childTnLst>
                                    <p:set>
                                      <p:cBhvr>
                                        <p:cTn id="52" dur="1" fill="hold">
                                          <p:stCondLst>
                                            <p:cond delay="0"/>
                                          </p:stCondLst>
                                        </p:cTn>
                                        <p:tgtEl>
                                          <p:spTgt spid="34"/>
                                        </p:tgtEl>
                                        <p:attrNameLst>
                                          <p:attrName>style.visibility</p:attrName>
                                        </p:attrNameLst>
                                      </p:cBhvr>
                                      <p:to>
                                        <p:strVal val="visible"/>
                                      </p:to>
                                    </p:set>
                                    <p:animEffect transition="in" filter="fade">
                                      <p:cBhvr>
                                        <p:cTn id="53" dur="500"/>
                                        <p:tgtEl>
                                          <p:spTgt spid="34"/>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35"/>
                                        </p:tgtEl>
                                        <p:attrNameLst>
                                          <p:attrName>style.visibility</p:attrName>
                                        </p:attrNameLst>
                                      </p:cBhvr>
                                      <p:to>
                                        <p:strVal val="visible"/>
                                      </p:to>
                                    </p:set>
                                    <p:animEffect transition="in" filter="fade">
                                      <p:cBhvr>
                                        <p:cTn id="56" dur="500"/>
                                        <p:tgtEl>
                                          <p:spTgt spid="35"/>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11"/>
                                        </p:tgtEl>
                                        <p:attrNameLst>
                                          <p:attrName>style.visibility</p:attrName>
                                        </p:attrNameLst>
                                      </p:cBhvr>
                                      <p:to>
                                        <p:strVal val="visible"/>
                                      </p:to>
                                    </p:set>
                                    <p:animEffect transition="in" filter="fade">
                                      <p:cBhvr>
                                        <p:cTn id="59"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8" grpId="0" animBg="1"/>
      <p:bldP spid="9" grpId="0" animBg="1"/>
      <p:bldP spid="10" grpId="0" animBg="1"/>
      <p:bldP spid="11" grpId="0" animBg="1"/>
      <p:bldP spid="43" grpId="0" animBg="1"/>
      <p:bldP spid="35" grpId="0" animBg="1"/>
      <p:bldP spid="25" grpId="0" animBg="1"/>
      <p:bldP spid="37" grpId="0" animBg="1"/>
      <p:bldP spid="3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811AFD-B5C4-4681-896C-4283A63AE239}"/>
              </a:ext>
            </a:extLst>
          </p:cNvPr>
          <p:cNvSpPr>
            <a:spLocks noGrp="1"/>
          </p:cNvSpPr>
          <p:nvPr>
            <p:ph type="title"/>
          </p:nvPr>
        </p:nvSpPr>
        <p:spPr/>
        <p:txBody>
          <a:bodyPr/>
          <a:lstStyle/>
          <a:p>
            <a:r>
              <a:rPr lang="en-US"/>
              <a:t>Axon Commander</a:t>
            </a:r>
          </a:p>
        </p:txBody>
      </p:sp>
      <p:sp>
        <p:nvSpPr>
          <p:cNvPr id="4" name="Content Placeholder 4">
            <a:extLst>
              <a:ext uri="{FF2B5EF4-FFF2-40B4-BE49-F238E27FC236}">
                <a16:creationId xmlns:a16="http://schemas.microsoft.com/office/drawing/2014/main" id="{3E7418C6-AC8C-4180-9A35-7F85CA64F37D}"/>
              </a:ext>
            </a:extLst>
          </p:cNvPr>
          <p:cNvSpPr>
            <a:spLocks noGrp="1"/>
          </p:cNvSpPr>
          <p:nvPr>
            <p:ph idx="1"/>
          </p:nvPr>
        </p:nvSpPr>
        <p:spPr>
          <a:xfrm>
            <a:off x="230067" y="762636"/>
            <a:ext cx="2827458" cy="3362324"/>
          </a:xfrm>
        </p:spPr>
        <p:txBody>
          <a:bodyPr/>
          <a:lstStyle/>
          <a:p>
            <a:r>
              <a:rPr lang="en-US" sz="1000"/>
              <a:t>Axon Commander is the SDSA File management system – The current process is that all access to video files goes through Axon</a:t>
            </a:r>
          </a:p>
          <a:p>
            <a:r>
              <a:rPr lang="en-US" sz="1000"/>
              <a:t>Commander can delete files:	</a:t>
            </a:r>
          </a:p>
          <a:p>
            <a:pPr lvl="1"/>
            <a:r>
              <a:rPr lang="en-US" sz="1000" i="1"/>
              <a:t>Current cleanup process goes thru Commander </a:t>
            </a:r>
            <a:r>
              <a:rPr lang="en-US" sz="1000" i="1">
                <a:sym typeface="Wingdings" panose="05000000000000000000" pitchFamily="2" charset="2"/>
              </a:rPr>
              <a:t> Recycle Bin Purges file  Copies to new Name  Initiates Delete process on original file</a:t>
            </a:r>
            <a:r>
              <a:rPr lang="en-US" sz="900" i="1">
                <a:sym typeface="Wingdings" panose="05000000000000000000" pitchFamily="2" charset="2"/>
              </a:rPr>
              <a:t>.  </a:t>
            </a:r>
          </a:p>
          <a:p>
            <a:pPr lvl="1"/>
            <a:r>
              <a:rPr lang="en-US" sz="900"/>
              <a:t>If Commander can’t access the file, it could corrupt the link.  (need to understand this better)</a:t>
            </a:r>
            <a:endParaRPr lang="en-US" sz="900" i="1">
              <a:sym typeface="Wingdings" panose="05000000000000000000" pitchFamily="2" charset="2"/>
            </a:endParaRPr>
          </a:p>
          <a:p>
            <a:r>
              <a:rPr lang="en-US" sz="1000"/>
              <a:t>Axon is very slow to move video files:  Took Commander 1 month to move 20,000 files/8 TB – Need to move 400TB</a:t>
            </a:r>
          </a:p>
          <a:p>
            <a:r>
              <a:rPr lang="en-US" sz="1000"/>
              <a:t>Commander stores the location of the file in its database via a full hash function</a:t>
            </a:r>
          </a:p>
          <a:p>
            <a:pPr lvl="1"/>
            <a:r>
              <a:rPr lang="en-US" sz="1000"/>
              <a:t>We can’t manipulate the file.  New copies are a new hash</a:t>
            </a:r>
          </a:p>
          <a:p>
            <a:pPr lvl="1"/>
            <a:endParaRPr lang="en-US" sz="1000"/>
          </a:p>
          <a:p>
            <a:pPr marL="0" indent="0">
              <a:buNone/>
            </a:pPr>
            <a:endParaRPr lang="en-US" sz="1000"/>
          </a:p>
        </p:txBody>
      </p:sp>
      <p:pic>
        <p:nvPicPr>
          <p:cNvPr id="1026" name="Picture 2">
            <a:extLst>
              <a:ext uri="{FF2B5EF4-FFF2-40B4-BE49-F238E27FC236}">
                <a16:creationId xmlns:a16="http://schemas.microsoft.com/office/drawing/2014/main" id="{9BDAF460-81F5-49AE-B681-02E2685836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57550" y="0"/>
            <a:ext cx="5886450" cy="5200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770905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589636E-D30D-1741-9D8B-EC1EF7401C2A}"/>
              </a:ext>
            </a:extLst>
          </p:cNvPr>
          <p:cNvSpPr>
            <a:spLocks noGrp="1"/>
          </p:cNvSpPr>
          <p:nvPr>
            <p:ph type="title"/>
          </p:nvPr>
        </p:nvSpPr>
        <p:spPr>
          <a:xfrm>
            <a:off x="242236" y="219831"/>
            <a:ext cx="5223843" cy="682400"/>
          </a:xfrm>
        </p:spPr>
        <p:txBody>
          <a:bodyPr/>
          <a:lstStyle/>
          <a:p>
            <a:r>
              <a:rPr lang="en-US"/>
              <a:t>Background/Problem Statement</a:t>
            </a:r>
          </a:p>
        </p:txBody>
      </p:sp>
      <p:pic>
        <p:nvPicPr>
          <p:cNvPr id="3" name="Picture 2">
            <a:extLst>
              <a:ext uri="{FF2B5EF4-FFF2-40B4-BE49-F238E27FC236}">
                <a16:creationId xmlns:a16="http://schemas.microsoft.com/office/drawing/2014/main" id="{3415A949-4DD6-4699-AC11-D497F1404837}"/>
              </a:ext>
            </a:extLst>
          </p:cNvPr>
          <p:cNvPicPr>
            <a:picLocks noChangeAspect="1"/>
          </p:cNvPicPr>
          <p:nvPr/>
        </p:nvPicPr>
        <p:blipFill>
          <a:blip r:embed="rId2"/>
          <a:stretch>
            <a:fillRect/>
          </a:stretch>
        </p:blipFill>
        <p:spPr>
          <a:xfrm>
            <a:off x="304800" y="902232"/>
            <a:ext cx="5031582" cy="2259514"/>
          </a:xfrm>
          <a:prstGeom prst="rect">
            <a:avLst/>
          </a:prstGeom>
        </p:spPr>
      </p:pic>
      <p:sp>
        <p:nvSpPr>
          <p:cNvPr id="8" name="Rectangle 7">
            <a:extLst>
              <a:ext uri="{FF2B5EF4-FFF2-40B4-BE49-F238E27FC236}">
                <a16:creationId xmlns:a16="http://schemas.microsoft.com/office/drawing/2014/main" id="{33CD680C-57C1-45C0-9032-10277E3B7BB5}"/>
              </a:ext>
            </a:extLst>
          </p:cNvPr>
          <p:cNvSpPr/>
          <p:nvPr/>
        </p:nvSpPr>
        <p:spPr>
          <a:xfrm>
            <a:off x="420053" y="2314433"/>
            <a:ext cx="1358741" cy="25731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77610B59-DEC6-4C5B-990D-44636C2ECE25}"/>
              </a:ext>
            </a:extLst>
          </p:cNvPr>
          <p:cNvSpPr/>
          <p:nvPr/>
        </p:nvSpPr>
        <p:spPr>
          <a:xfrm>
            <a:off x="420054" y="2577413"/>
            <a:ext cx="1430178" cy="25731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latin typeface="Arial" panose="020B0604020202020204" pitchFamily="34" charset="0"/>
              <a:cs typeface="Arial" panose="020B0604020202020204" pitchFamily="34" charset="0"/>
            </a:endParaRPr>
          </a:p>
        </p:txBody>
      </p:sp>
      <p:sp>
        <p:nvSpPr>
          <p:cNvPr id="10" name="Rectangle 9">
            <a:extLst>
              <a:ext uri="{FF2B5EF4-FFF2-40B4-BE49-F238E27FC236}">
                <a16:creationId xmlns:a16="http://schemas.microsoft.com/office/drawing/2014/main" id="{F59F7233-AF9E-4C34-97B1-20AD945A19AE}"/>
              </a:ext>
            </a:extLst>
          </p:cNvPr>
          <p:cNvSpPr/>
          <p:nvPr/>
        </p:nvSpPr>
        <p:spPr>
          <a:xfrm>
            <a:off x="420053" y="2834732"/>
            <a:ext cx="1492743" cy="25731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latin typeface="Arial" panose="020B0604020202020204" pitchFamily="34" charset="0"/>
              <a:cs typeface="Arial" panose="020B0604020202020204" pitchFamily="34" charset="0"/>
            </a:endParaRPr>
          </a:p>
        </p:txBody>
      </p:sp>
      <p:graphicFrame>
        <p:nvGraphicFramePr>
          <p:cNvPr id="12" name="Table 2">
            <a:extLst>
              <a:ext uri="{FF2B5EF4-FFF2-40B4-BE49-F238E27FC236}">
                <a16:creationId xmlns:a16="http://schemas.microsoft.com/office/drawing/2014/main" id="{D165057F-2627-42A3-8F07-F6B89E47778C}"/>
              </a:ext>
            </a:extLst>
          </p:cNvPr>
          <p:cNvGraphicFramePr>
            <a:graphicFrameLocks noGrp="1"/>
          </p:cNvGraphicFramePr>
          <p:nvPr>
            <p:extLst>
              <p:ext uri="{D42A27DB-BD31-4B8C-83A1-F6EECF244321}">
                <p14:modId xmlns:p14="http://schemas.microsoft.com/office/powerpoint/2010/main" val="3456636236"/>
              </p:ext>
            </p:extLst>
          </p:nvPr>
        </p:nvGraphicFramePr>
        <p:xfrm>
          <a:off x="304800" y="3271449"/>
          <a:ext cx="5031582" cy="1335281"/>
        </p:xfrm>
        <a:graphic>
          <a:graphicData uri="http://schemas.openxmlformats.org/drawingml/2006/table">
            <a:tbl>
              <a:tblPr firstRow="1" bandRow="1">
                <a:tableStyleId>{5C22544A-7EE6-4342-B048-85BDC9FD1C3A}</a:tableStyleId>
              </a:tblPr>
              <a:tblGrid>
                <a:gridCol w="260286">
                  <a:extLst>
                    <a:ext uri="{9D8B030D-6E8A-4147-A177-3AD203B41FA5}">
                      <a16:colId xmlns:a16="http://schemas.microsoft.com/office/drawing/2014/main" val="3319320249"/>
                    </a:ext>
                  </a:extLst>
                </a:gridCol>
                <a:gridCol w="1346225">
                  <a:extLst>
                    <a:ext uri="{9D8B030D-6E8A-4147-A177-3AD203B41FA5}">
                      <a16:colId xmlns:a16="http://schemas.microsoft.com/office/drawing/2014/main" val="2484052676"/>
                    </a:ext>
                  </a:extLst>
                </a:gridCol>
                <a:gridCol w="3425071">
                  <a:extLst>
                    <a:ext uri="{9D8B030D-6E8A-4147-A177-3AD203B41FA5}">
                      <a16:colId xmlns:a16="http://schemas.microsoft.com/office/drawing/2014/main" val="1812940527"/>
                    </a:ext>
                  </a:extLst>
                </a:gridCol>
              </a:tblGrid>
              <a:tr h="275807">
                <a:tc>
                  <a:txBody>
                    <a:bodyPr/>
                    <a:lstStyle/>
                    <a:p>
                      <a:endParaRPr lang="en-US" sz="1050"/>
                    </a:p>
                  </a:txBody>
                  <a:tcPr/>
                </a:tc>
                <a:tc>
                  <a:txBody>
                    <a:bodyPr/>
                    <a:lstStyle/>
                    <a:p>
                      <a:r>
                        <a:rPr lang="en-US" sz="1050"/>
                        <a:t>File Extension</a:t>
                      </a:r>
                    </a:p>
                  </a:txBody>
                  <a:tcPr/>
                </a:tc>
                <a:tc>
                  <a:txBody>
                    <a:bodyPr/>
                    <a:lstStyle/>
                    <a:p>
                      <a:r>
                        <a:rPr lang="en-US" sz="1050"/>
                        <a:t>Role</a:t>
                      </a:r>
                    </a:p>
                  </a:txBody>
                  <a:tcPr/>
                </a:tc>
                <a:extLst>
                  <a:ext uri="{0D108BD9-81ED-4DB2-BD59-A6C34878D82A}">
                    <a16:rowId xmlns:a16="http://schemas.microsoft.com/office/drawing/2014/main" val="4066983025"/>
                  </a:ext>
                </a:extLst>
              </a:tr>
              <a:tr h="406640">
                <a:tc>
                  <a:txBody>
                    <a:bodyPr/>
                    <a:lstStyle/>
                    <a:p>
                      <a:r>
                        <a:rPr lang="en-US" sz="1050">
                          <a:solidFill>
                            <a:schemeClr val="bg2">
                              <a:lumMod val="10000"/>
                            </a:schemeClr>
                          </a:solidFill>
                        </a:rPr>
                        <a:t>1</a:t>
                      </a:r>
                    </a:p>
                  </a:txBody>
                  <a:tcPr/>
                </a:tc>
                <a:tc>
                  <a:txBody>
                    <a:bodyPr/>
                    <a:lstStyle/>
                    <a:p>
                      <a:r>
                        <a:rPr lang="en-US" sz="1050">
                          <a:solidFill>
                            <a:schemeClr val="bg2">
                              <a:lumMod val="10000"/>
                            </a:schemeClr>
                          </a:solidFill>
                        </a:rPr>
                        <a:t>.mp4</a:t>
                      </a:r>
                    </a:p>
                  </a:txBody>
                  <a:tcPr/>
                </a:tc>
                <a:tc>
                  <a:txBody>
                    <a:bodyPr/>
                    <a:lstStyle/>
                    <a:p>
                      <a:r>
                        <a:rPr lang="en-US" sz="1050">
                          <a:solidFill>
                            <a:schemeClr val="bg2">
                              <a:lumMod val="10000"/>
                            </a:schemeClr>
                          </a:solidFill>
                        </a:rPr>
                        <a:t>Video file</a:t>
                      </a:r>
                    </a:p>
                  </a:txBody>
                  <a:tcPr/>
                </a:tc>
                <a:extLst>
                  <a:ext uri="{0D108BD9-81ED-4DB2-BD59-A6C34878D82A}">
                    <a16:rowId xmlns:a16="http://schemas.microsoft.com/office/drawing/2014/main" val="1585254786"/>
                  </a:ext>
                </a:extLst>
              </a:tr>
              <a:tr h="275807">
                <a:tc>
                  <a:txBody>
                    <a:bodyPr/>
                    <a:lstStyle/>
                    <a:p>
                      <a:r>
                        <a:rPr lang="en-US" sz="1050">
                          <a:solidFill>
                            <a:schemeClr val="bg2">
                              <a:lumMod val="10000"/>
                            </a:schemeClr>
                          </a:solidFill>
                        </a:rPr>
                        <a:t>2</a:t>
                      </a:r>
                    </a:p>
                  </a:txBody>
                  <a:tcPr/>
                </a:tc>
                <a:tc>
                  <a:txBody>
                    <a:bodyPr/>
                    <a:lstStyle/>
                    <a:p>
                      <a:r>
                        <a:rPr lang="en-US" sz="1050">
                          <a:solidFill>
                            <a:schemeClr val="bg2">
                              <a:lumMod val="10000"/>
                            </a:schemeClr>
                          </a:solidFill>
                        </a:rPr>
                        <a:t>.</a:t>
                      </a:r>
                      <a:r>
                        <a:rPr lang="en-US" sz="1050" err="1">
                          <a:solidFill>
                            <a:schemeClr val="bg2">
                              <a:lumMod val="10000"/>
                            </a:schemeClr>
                          </a:solidFill>
                        </a:rPr>
                        <a:t>imd</a:t>
                      </a:r>
                      <a:endParaRPr lang="en-US" sz="1050">
                        <a:solidFill>
                          <a:schemeClr val="bg2">
                            <a:lumMod val="10000"/>
                          </a:schemeClr>
                        </a:solidFill>
                      </a:endParaRPr>
                    </a:p>
                  </a:txBody>
                  <a:tcPr/>
                </a:tc>
                <a:tc>
                  <a:txBody>
                    <a:bodyPr/>
                    <a:lstStyle/>
                    <a:p>
                      <a:r>
                        <a:rPr lang="en-US" sz="1050">
                          <a:solidFill>
                            <a:schemeClr val="bg2">
                              <a:lumMod val="10000"/>
                            </a:schemeClr>
                          </a:solidFill>
                        </a:rPr>
                        <a:t>Meta data file (Time Stamp, GPS Location, </a:t>
                      </a:r>
                      <a:r>
                        <a:rPr lang="en-US" sz="1050" err="1">
                          <a:solidFill>
                            <a:schemeClr val="bg2">
                              <a:lumMod val="10000"/>
                            </a:schemeClr>
                          </a:solidFill>
                        </a:rPr>
                        <a:t>etc</a:t>
                      </a:r>
                      <a:r>
                        <a:rPr lang="en-US" sz="1050">
                          <a:solidFill>
                            <a:schemeClr val="bg2">
                              <a:lumMod val="10000"/>
                            </a:schemeClr>
                          </a:solidFill>
                        </a:rPr>
                        <a:t>)</a:t>
                      </a:r>
                    </a:p>
                  </a:txBody>
                  <a:tcPr/>
                </a:tc>
                <a:extLst>
                  <a:ext uri="{0D108BD9-81ED-4DB2-BD59-A6C34878D82A}">
                    <a16:rowId xmlns:a16="http://schemas.microsoft.com/office/drawing/2014/main" val="3767709680"/>
                  </a:ext>
                </a:extLst>
              </a:tr>
              <a:tr h="377027">
                <a:tc>
                  <a:txBody>
                    <a:bodyPr/>
                    <a:lstStyle/>
                    <a:p>
                      <a:r>
                        <a:rPr lang="en-US" sz="1050">
                          <a:solidFill>
                            <a:schemeClr val="bg2">
                              <a:lumMod val="10000"/>
                            </a:schemeClr>
                          </a:solidFill>
                        </a:rPr>
                        <a:t>3</a:t>
                      </a:r>
                    </a:p>
                  </a:txBody>
                  <a:tcPr/>
                </a:tc>
                <a:tc>
                  <a:txBody>
                    <a:bodyPr/>
                    <a:lstStyle/>
                    <a:p>
                      <a:r>
                        <a:rPr lang="en-US" sz="1050">
                          <a:solidFill>
                            <a:schemeClr val="bg2">
                              <a:lumMod val="10000"/>
                            </a:schemeClr>
                          </a:solidFill>
                        </a:rPr>
                        <a:t>.axon-mf</a:t>
                      </a:r>
                    </a:p>
                  </a:txBody>
                  <a:tcPr/>
                </a:tc>
                <a:tc>
                  <a:txBody>
                    <a:bodyPr/>
                    <a:lstStyle/>
                    <a:p>
                      <a:r>
                        <a:rPr lang="en-US" sz="1050">
                          <a:solidFill>
                            <a:schemeClr val="bg2">
                              <a:lumMod val="10000"/>
                            </a:schemeClr>
                          </a:solidFill>
                        </a:rPr>
                        <a:t>Axon Commander chain of custody file</a:t>
                      </a:r>
                    </a:p>
                  </a:txBody>
                  <a:tcPr/>
                </a:tc>
                <a:extLst>
                  <a:ext uri="{0D108BD9-81ED-4DB2-BD59-A6C34878D82A}">
                    <a16:rowId xmlns:a16="http://schemas.microsoft.com/office/drawing/2014/main" val="2496274544"/>
                  </a:ext>
                </a:extLst>
              </a:tr>
            </a:tbl>
          </a:graphicData>
        </a:graphic>
      </p:graphicFrame>
    </p:spTree>
    <p:extLst>
      <p:ext uri="{BB962C8B-B14F-4D97-AF65-F5344CB8AC3E}">
        <p14:creationId xmlns:p14="http://schemas.microsoft.com/office/powerpoint/2010/main" val="21177641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F5EC4E7-A6F9-6C4D-815F-819FB213E2A6}"/>
              </a:ext>
            </a:extLst>
          </p:cNvPr>
          <p:cNvSpPr>
            <a:spLocks noGrp="1"/>
          </p:cNvSpPr>
          <p:nvPr>
            <p:ph type="title"/>
          </p:nvPr>
        </p:nvSpPr>
        <p:spPr>
          <a:xfrm>
            <a:off x="242236" y="219831"/>
            <a:ext cx="5040963" cy="682400"/>
          </a:xfrm>
        </p:spPr>
        <p:txBody>
          <a:bodyPr/>
          <a:lstStyle/>
          <a:p>
            <a:r>
              <a:rPr lang="en-US">
                <a:cs typeface="Calibri" pitchFamily="34" charset="0"/>
              </a:rPr>
              <a:t>Key Requirements</a:t>
            </a:r>
            <a:endParaRPr lang="en-US"/>
          </a:p>
        </p:txBody>
      </p:sp>
      <p:graphicFrame>
        <p:nvGraphicFramePr>
          <p:cNvPr id="11" name="Table 2">
            <a:extLst>
              <a:ext uri="{FF2B5EF4-FFF2-40B4-BE49-F238E27FC236}">
                <a16:creationId xmlns:a16="http://schemas.microsoft.com/office/drawing/2014/main" id="{7F684A36-79BB-4D9E-9732-321996087891}"/>
              </a:ext>
            </a:extLst>
          </p:cNvPr>
          <p:cNvGraphicFramePr>
            <a:graphicFrameLocks noGrp="1"/>
          </p:cNvGraphicFramePr>
          <p:nvPr>
            <p:extLst>
              <p:ext uri="{D42A27DB-BD31-4B8C-83A1-F6EECF244321}">
                <p14:modId xmlns:p14="http://schemas.microsoft.com/office/powerpoint/2010/main" val="3004364810"/>
              </p:ext>
            </p:extLst>
          </p:nvPr>
        </p:nvGraphicFramePr>
        <p:xfrm>
          <a:off x="242236" y="837937"/>
          <a:ext cx="5199278" cy="3526801"/>
        </p:xfrm>
        <a:graphic>
          <a:graphicData uri="http://schemas.openxmlformats.org/drawingml/2006/table">
            <a:tbl>
              <a:tblPr firstRow="1" bandRow="1">
                <a:tableStyleId>{5C22544A-7EE6-4342-B048-85BDC9FD1C3A}</a:tableStyleId>
              </a:tblPr>
              <a:tblGrid>
                <a:gridCol w="367470">
                  <a:extLst>
                    <a:ext uri="{9D8B030D-6E8A-4147-A177-3AD203B41FA5}">
                      <a16:colId xmlns:a16="http://schemas.microsoft.com/office/drawing/2014/main" val="3319320249"/>
                    </a:ext>
                  </a:extLst>
                </a:gridCol>
                <a:gridCol w="4831808">
                  <a:extLst>
                    <a:ext uri="{9D8B030D-6E8A-4147-A177-3AD203B41FA5}">
                      <a16:colId xmlns:a16="http://schemas.microsoft.com/office/drawing/2014/main" val="2484052676"/>
                    </a:ext>
                  </a:extLst>
                </a:gridCol>
              </a:tblGrid>
              <a:tr h="290137">
                <a:tc>
                  <a:txBody>
                    <a:bodyPr/>
                    <a:lstStyle/>
                    <a:p>
                      <a:endParaRPr lang="en-US"/>
                    </a:p>
                  </a:txBody>
                  <a:tcPr/>
                </a:tc>
                <a:tc>
                  <a:txBody>
                    <a:bodyPr/>
                    <a:lstStyle/>
                    <a:p>
                      <a:r>
                        <a:rPr lang="en-US"/>
                        <a:t>Assumptions &amp; Constraints</a:t>
                      </a:r>
                    </a:p>
                  </a:txBody>
                  <a:tcPr/>
                </a:tc>
                <a:extLst>
                  <a:ext uri="{0D108BD9-81ED-4DB2-BD59-A6C34878D82A}">
                    <a16:rowId xmlns:a16="http://schemas.microsoft.com/office/drawing/2014/main" val="4066983025"/>
                  </a:ext>
                </a:extLst>
              </a:tr>
              <a:tr h="375811">
                <a:tc>
                  <a:txBody>
                    <a:bodyPr/>
                    <a:lstStyle/>
                    <a:p>
                      <a:r>
                        <a:rPr lang="en-US">
                          <a:solidFill>
                            <a:schemeClr val="bg2">
                              <a:lumMod val="10000"/>
                            </a:schemeClr>
                          </a:solidFill>
                        </a:rPr>
                        <a:t>1</a:t>
                      </a:r>
                    </a:p>
                  </a:txBody>
                  <a:tcPr/>
                </a:tc>
                <a:tc>
                  <a:txBody>
                    <a:bodyPr/>
                    <a:lstStyle/>
                    <a:p>
                      <a:pPr marL="0" indent="0">
                        <a:buFont typeface="+mj-lt"/>
                        <a:buNone/>
                      </a:pPr>
                      <a:r>
                        <a:rPr lang="en-US" sz="1200">
                          <a:solidFill>
                            <a:srgbClr val="070807"/>
                          </a:solidFill>
                        </a:rPr>
                        <a:t>Files need to be stored off premise in a secure Gov cloud</a:t>
                      </a:r>
                    </a:p>
                  </a:txBody>
                  <a:tcPr/>
                </a:tc>
                <a:extLst>
                  <a:ext uri="{0D108BD9-81ED-4DB2-BD59-A6C34878D82A}">
                    <a16:rowId xmlns:a16="http://schemas.microsoft.com/office/drawing/2014/main" val="1585254786"/>
                  </a:ext>
                </a:extLst>
              </a:tr>
              <a:tr h="843416">
                <a:tc>
                  <a:txBody>
                    <a:bodyPr/>
                    <a:lstStyle/>
                    <a:p>
                      <a:r>
                        <a:rPr lang="en-US">
                          <a:solidFill>
                            <a:schemeClr val="bg2">
                              <a:lumMod val="10000"/>
                            </a:schemeClr>
                          </a:solidFill>
                        </a:rPr>
                        <a:t>2</a:t>
                      </a:r>
                    </a:p>
                  </a:txBody>
                  <a:tcPr/>
                </a:tc>
                <a:tc>
                  <a:txBody>
                    <a:bodyPr/>
                    <a:lstStyle/>
                    <a:p>
                      <a:pPr marL="0" indent="0">
                        <a:buFont typeface="+mj-lt"/>
                        <a:buNone/>
                      </a:pPr>
                      <a:r>
                        <a:rPr lang="en-US" sz="1200">
                          <a:solidFill>
                            <a:srgbClr val="070807"/>
                          </a:solidFill>
                        </a:rPr>
                        <a:t>Separate Evidence &amp; Non-Evidence - Officer tags before imported/uploaded</a:t>
                      </a:r>
                    </a:p>
                    <a:p>
                      <a:pPr marL="685800" lvl="1" indent="-342900">
                        <a:buFont typeface="+mj-lt"/>
                        <a:buAutoNum type="arabicPeriod"/>
                      </a:pPr>
                      <a:r>
                        <a:rPr lang="en-US" sz="1200">
                          <a:solidFill>
                            <a:srgbClr val="070807"/>
                          </a:solidFill>
                        </a:rPr>
                        <a:t>Non-Evidence – deleted in 30 days</a:t>
                      </a:r>
                    </a:p>
                    <a:p>
                      <a:pPr marL="685800" lvl="1" indent="-342900">
                        <a:buFont typeface="+mj-lt"/>
                        <a:buAutoNum type="arabicPeriod"/>
                      </a:pPr>
                      <a:r>
                        <a:rPr lang="en-US" sz="1200">
                          <a:solidFill>
                            <a:srgbClr val="070807"/>
                          </a:solidFill>
                        </a:rPr>
                        <a:t>Evidence – needed possibly forever</a:t>
                      </a:r>
                    </a:p>
                  </a:txBody>
                  <a:tcPr/>
                </a:tc>
                <a:extLst>
                  <a:ext uri="{0D108BD9-81ED-4DB2-BD59-A6C34878D82A}">
                    <a16:rowId xmlns:a16="http://schemas.microsoft.com/office/drawing/2014/main" val="3767709680"/>
                  </a:ext>
                </a:extLst>
              </a:tr>
              <a:tr h="446365">
                <a:tc>
                  <a:txBody>
                    <a:bodyPr/>
                    <a:lstStyle/>
                    <a:p>
                      <a:r>
                        <a:rPr lang="en-US">
                          <a:solidFill>
                            <a:schemeClr val="bg2">
                              <a:lumMod val="10000"/>
                            </a:schemeClr>
                          </a:solidFill>
                        </a:rPr>
                        <a:t>3</a:t>
                      </a:r>
                    </a:p>
                  </a:txBody>
                  <a:tcPr/>
                </a:tc>
                <a:tc>
                  <a:txBody>
                    <a:bodyPr/>
                    <a:lstStyle/>
                    <a:p>
                      <a:pPr marL="0" indent="0">
                        <a:buFont typeface="+mj-lt"/>
                        <a:buNone/>
                      </a:pPr>
                      <a:r>
                        <a:rPr lang="en-US" sz="1200">
                          <a:solidFill>
                            <a:srgbClr val="070807"/>
                          </a:solidFill>
                        </a:rPr>
                        <a:t>Once a video is supposed to be deleted, it needs to be gone forever and not retrievable – Could be a discovery violation</a:t>
                      </a:r>
                    </a:p>
                  </a:txBody>
                  <a:tcPr/>
                </a:tc>
                <a:extLst>
                  <a:ext uri="{0D108BD9-81ED-4DB2-BD59-A6C34878D82A}">
                    <a16:rowId xmlns:a16="http://schemas.microsoft.com/office/drawing/2014/main" val="2496274544"/>
                  </a:ext>
                </a:extLst>
              </a:tr>
              <a:tr h="319679">
                <a:tc>
                  <a:txBody>
                    <a:bodyPr/>
                    <a:lstStyle/>
                    <a:p>
                      <a:r>
                        <a:rPr lang="en-US">
                          <a:solidFill>
                            <a:schemeClr val="bg2">
                              <a:lumMod val="10000"/>
                            </a:schemeClr>
                          </a:solidFill>
                        </a:rPr>
                        <a:t>4</a:t>
                      </a:r>
                    </a:p>
                  </a:txBody>
                  <a:tcPr/>
                </a:tc>
                <a:tc>
                  <a:txBody>
                    <a:bodyPr/>
                    <a:lstStyle/>
                    <a:p>
                      <a:pPr marL="0" indent="0">
                        <a:buFont typeface="+mj-lt"/>
                        <a:buNone/>
                      </a:pPr>
                      <a:r>
                        <a:rPr lang="en-US" sz="1200">
                          <a:solidFill>
                            <a:srgbClr val="070807"/>
                          </a:solidFill>
                        </a:rPr>
                        <a:t>Need to be able to retrieve stored videos within 2 weeks </a:t>
                      </a:r>
                    </a:p>
                  </a:txBody>
                  <a:tcPr/>
                </a:tc>
                <a:extLst>
                  <a:ext uri="{0D108BD9-81ED-4DB2-BD59-A6C34878D82A}">
                    <a16:rowId xmlns:a16="http://schemas.microsoft.com/office/drawing/2014/main" val="1590133614"/>
                  </a:ext>
                </a:extLst>
              </a:tr>
              <a:tr h="290137">
                <a:tc>
                  <a:txBody>
                    <a:bodyPr/>
                    <a:lstStyle/>
                    <a:p>
                      <a:r>
                        <a:rPr lang="en-US">
                          <a:solidFill>
                            <a:schemeClr val="bg2">
                              <a:lumMod val="10000"/>
                            </a:schemeClr>
                          </a:solidFill>
                        </a:rPr>
                        <a:t>5</a:t>
                      </a:r>
                    </a:p>
                  </a:txBody>
                  <a:tcPr/>
                </a:tc>
                <a:tc>
                  <a:txBody>
                    <a:bodyPr/>
                    <a:lstStyle/>
                    <a:p>
                      <a:pPr marL="0" indent="0">
                        <a:buFont typeface="+mj-lt"/>
                        <a:buNone/>
                      </a:pPr>
                      <a:r>
                        <a:rPr lang="en-US" sz="1200">
                          <a:solidFill>
                            <a:srgbClr val="070807"/>
                          </a:solidFill>
                        </a:rPr>
                        <a:t>All file accesses must be archived in a single audit log</a:t>
                      </a:r>
                    </a:p>
                  </a:txBody>
                  <a:tcPr/>
                </a:tc>
                <a:extLst>
                  <a:ext uri="{0D108BD9-81ED-4DB2-BD59-A6C34878D82A}">
                    <a16:rowId xmlns:a16="http://schemas.microsoft.com/office/drawing/2014/main" val="442294550"/>
                  </a:ext>
                </a:extLst>
              </a:tr>
              <a:tr h="331147">
                <a:tc>
                  <a:txBody>
                    <a:bodyPr/>
                    <a:lstStyle/>
                    <a:p>
                      <a:r>
                        <a:rPr lang="en-US">
                          <a:solidFill>
                            <a:schemeClr val="bg2">
                              <a:lumMod val="10000"/>
                            </a:schemeClr>
                          </a:solidFill>
                        </a:rPr>
                        <a:t>6</a:t>
                      </a:r>
                    </a:p>
                  </a:txBody>
                  <a:tcPr/>
                </a:tc>
                <a:tc>
                  <a:txBody>
                    <a:bodyPr/>
                    <a:lstStyle/>
                    <a:p>
                      <a:pPr marL="0" indent="0">
                        <a:buFont typeface="+mj-lt"/>
                        <a:buNone/>
                      </a:pPr>
                      <a:r>
                        <a:rPr lang="en-US" sz="1200">
                          <a:solidFill>
                            <a:srgbClr val="070807"/>
                          </a:solidFill>
                        </a:rPr>
                        <a:t>There can be no manual manipulation of files</a:t>
                      </a:r>
                    </a:p>
                  </a:txBody>
                  <a:tcPr/>
                </a:tc>
                <a:extLst>
                  <a:ext uri="{0D108BD9-81ED-4DB2-BD59-A6C34878D82A}">
                    <a16:rowId xmlns:a16="http://schemas.microsoft.com/office/drawing/2014/main" val="43707151"/>
                  </a:ext>
                </a:extLst>
              </a:tr>
              <a:tr h="605188">
                <a:tc>
                  <a:txBody>
                    <a:bodyPr/>
                    <a:lstStyle/>
                    <a:p>
                      <a:r>
                        <a:rPr lang="en-US">
                          <a:solidFill>
                            <a:schemeClr val="bg2">
                              <a:lumMod val="10000"/>
                            </a:schemeClr>
                          </a:solidFill>
                        </a:rPr>
                        <a:t>7</a:t>
                      </a:r>
                    </a:p>
                  </a:txBody>
                  <a:tcPr/>
                </a:tc>
                <a:tc>
                  <a:txBody>
                    <a:bodyPr/>
                    <a:lstStyle/>
                    <a:p>
                      <a:pPr marL="0" marR="0" lvl="0" indent="0" algn="l" defTabSz="685800" rtl="0" eaLnBrk="1" fontAlgn="auto" latinLnBrk="0" hangingPunct="1">
                        <a:lnSpc>
                          <a:spcPct val="100000"/>
                        </a:lnSpc>
                        <a:spcBef>
                          <a:spcPts val="0"/>
                        </a:spcBef>
                        <a:spcAft>
                          <a:spcPts val="0"/>
                        </a:spcAft>
                        <a:buClrTx/>
                        <a:buSzTx/>
                        <a:buFont typeface="+mj-lt"/>
                        <a:buNone/>
                        <a:tabLst/>
                        <a:defRPr/>
                      </a:pPr>
                      <a:r>
                        <a:rPr lang="en-US" sz="1200">
                          <a:solidFill>
                            <a:srgbClr val="070807"/>
                          </a:solidFill>
                        </a:rPr>
                        <a:t>Previous versions must be stored in order to protect against accidental &amp; purposeful deletion </a:t>
                      </a:r>
                    </a:p>
                  </a:txBody>
                  <a:tcPr/>
                </a:tc>
                <a:extLst>
                  <a:ext uri="{0D108BD9-81ED-4DB2-BD59-A6C34878D82A}">
                    <a16:rowId xmlns:a16="http://schemas.microsoft.com/office/drawing/2014/main" val="1699284403"/>
                  </a:ext>
                </a:extLst>
              </a:tr>
            </a:tbl>
          </a:graphicData>
        </a:graphic>
      </p:graphicFrame>
    </p:spTree>
    <p:extLst>
      <p:ext uri="{BB962C8B-B14F-4D97-AF65-F5344CB8AC3E}">
        <p14:creationId xmlns:p14="http://schemas.microsoft.com/office/powerpoint/2010/main" val="39818408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F5EC4E7-A6F9-6C4D-815F-819FB213E2A6}"/>
              </a:ext>
            </a:extLst>
          </p:cNvPr>
          <p:cNvSpPr>
            <a:spLocks noGrp="1"/>
          </p:cNvSpPr>
          <p:nvPr>
            <p:ph type="title"/>
          </p:nvPr>
        </p:nvSpPr>
        <p:spPr>
          <a:xfrm>
            <a:off x="242236" y="219831"/>
            <a:ext cx="5040963" cy="682400"/>
          </a:xfrm>
        </p:spPr>
        <p:txBody>
          <a:bodyPr/>
          <a:lstStyle/>
          <a:p>
            <a:r>
              <a:rPr lang="en-US">
                <a:cs typeface="Calibri" pitchFamily="34" charset="0"/>
              </a:rPr>
              <a:t>Assumptions &amp; Constraints</a:t>
            </a:r>
            <a:endParaRPr lang="en-US"/>
          </a:p>
        </p:txBody>
      </p:sp>
      <p:sp>
        <p:nvSpPr>
          <p:cNvPr id="6" name="Content Placeholder 4">
            <a:extLst>
              <a:ext uri="{FF2B5EF4-FFF2-40B4-BE49-F238E27FC236}">
                <a16:creationId xmlns:a16="http://schemas.microsoft.com/office/drawing/2014/main" id="{FCCB11DA-A169-4337-92AD-DC946FC596A1}"/>
              </a:ext>
            </a:extLst>
          </p:cNvPr>
          <p:cNvSpPr txBox="1">
            <a:spLocks/>
          </p:cNvSpPr>
          <p:nvPr/>
        </p:nvSpPr>
        <p:spPr>
          <a:xfrm>
            <a:off x="490939" y="3486448"/>
            <a:ext cx="3922102" cy="1657052"/>
          </a:xfrm>
          <a:prstGeom prst="rect">
            <a:avLst/>
          </a:prstGeom>
        </p:spPr>
        <p:txBody>
          <a:bodyPr vert="horz" lIns="91440" tIns="45720" rIns="91440" bIns="4572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1600" b="0" i="0" kern="1200">
                <a:solidFill>
                  <a:srgbClr val="352E28"/>
                </a:solidFill>
                <a:latin typeface="Arial Regular"/>
                <a:ea typeface="Verdana" charset="0"/>
                <a:cs typeface="Verdana" charset="0"/>
              </a:defRPr>
            </a:lvl1pPr>
            <a:lvl2pPr marL="514350" indent="-171450" algn="l" defTabSz="685800" rtl="0" eaLnBrk="1" latinLnBrk="0" hangingPunct="1">
              <a:lnSpc>
                <a:spcPct val="90000"/>
              </a:lnSpc>
              <a:spcBef>
                <a:spcPts val="375"/>
              </a:spcBef>
              <a:buFont typeface="Arial" panose="020B0604020202020204" pitchFamily="34" charset="0"/>
              <a:buChar char="•"/>
              <a:defRPr sz="1600" b="0" i="0" kern="1200">
                <a:solidFill>
                  <a:srgbClr val="352E28"/>
                </a:solidFill>
                <a:latin typeface="Arial Regular"/>
                <a:ea typeface="Verdana" charset="0"/>
                <a:cs typeface="Verdana" charset="0"/>
              </a:defRPr>
            </a:lvl2pPr>
            <a:lvl3pPr marL="857250" indent="-171450" algn="l" defTabSz="685800" rtl="0" eaLnBrk="1" latinLnBrk="0" hangingPunct="1">
              <a:lnSpc>
                <a:spcPct val="90000"/>
              </a:lnSpc>
              <a:spcBef>
                <a:spcPts val="375"/>
              </a:spcBef>
              <a:buFont typeface="Arial" panose="020B0604020202020204" pitchFamily="34" charset="0"/>
              <a:buChar char="•"/>
              <a:defRPr sz="1500" b="0" i="0" kern="1200">
                <a:solidFill>
                  <a:srgbClr val="352E28"/>
                </a:solidFill>
                <a:latin typeface="Arial Regular"/>
                <a:ea typeface="Verdana" charset="0"/>
                <a:cs typeface="Verdana"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350" b="0" i="0" kern="1200">
                <a:solidFill>
                  <a:srgbClr val="352E28"/>
                </a:solidFill>
                <a:latin typeface="Arial Regular"/>
                <a:ea typeface="Verdana" charset="0"/>
                <a:cs typeface="Verdana"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350" b="0" i="0" kern="1200">
                <a:solidFill>
                  <a:srgbClr val="352E28"/>
                </a:solidFill>
                <a:latin typeface="Arial Regular"/>
                <a:ea typeface="Verdana" charset="0"/>
                <a:cs typeface="Verdana"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endParaRPr lang="en-US" sz="1050" i="1"/>
          </a:p>
        </p:txBody>
      </p:sp>
      <p:graphicFrame>
        <p:nvGraphicFramePr>
          <p:cNvPr id="7" name="Table 2">
            <a:extLst>
              <a:ext uri="{FF2B5EF4-FFF2-40B4-BE49-F238E27FC236}">
                <a16:creationId xmlns:a16="http://schemas.microsoft.com/office/drawing/2014/main" id="{A89D48C2-5ACC-4B26-90F4-6F0C8F32E298}"/>
              </a:ext>
            </a:extLst>
          </p:cNvPr>
          <p:cNvGraphicFramePr>
            <a:graphicFrameLocks noGrp="1"/>
          </p:cNvGraphicFramePr>
          <p:nvPr>
            <p:extLst>
              <p:ext uri="{D42A27DB-BD31-4B8C-83A1-F6EECF244321}">
                <p14:modId xmlns:p14="http://schemas.microsoft.com/office/powerpoint/2010/main" val="3798821092"/>
              </p:ext>
            </p:extLst>
          </p:nvPr>
        </p:nvGraphicFramePr>
        <p:xfrm>
          <a:off x="329985" y="742780"/>
          <a:ext cx="5199278" cy="3599674"/>
        </p:xfrm>
        <a:graphic>
          <a:graphicData uri="http://schemas.openxmlformats.org/drawingml/2006/table">
            <a:tbl>
              <a:tblPr firstRow="1" bandRow="1">
                <a:tableStyleId>{5C22544A-7EE6-4342-B048-85BDC9FD1C3A}</a:tableStyleId>
              </a:tblPr>
              <a:tblGrid>
                <a:gridCol w="367470">
                  <a:extLst>
                    <a:ext uri="{9D8B030D-6E8A-4147-A177-3AD203B41FA5}">
                      <a16:colId xmlns:a16="http://schemas.microsoft.com/office/drawing/2014/main" val="3319320249"/>
                    </a:ext>
                  </a:extLst>
                </a:gridCol>
                <a:gridCol w="4831808">
                  <a:extLst>
                    <a:ext uri="{9D8B030D-6E8A-4147-A177-3AD203B41FA5}">
                      <a16:colId xmlns:a16="http://schemas.microsoft.com/office/drawing/2014/main" val="2484052676"/>
                    </a:ext>
                  </a:extLst>
                </a:gridCol>
              </a:tblGrid>
              <a:tr h="271829">
                <a:tc>
                  <a:txBody>
                    <a:bodyPr/>
                    <a:lstStyle/>
                    <a:p>
                      <a:endParaRPr lang="en-US"/>
                    </a:p>
                  </a:txBody>
                  <a:tcPr/>
                </a:tc>
                <a:tc>
                  <a:txBody>
                    <a:bodyPr/>
                    <a:lstStyle/>
                    <a:p>
                      <a:r>
                        <a:rPr lang="en-US"/>
                        <a:t>Assumptions &amp; Constraints</a:t>
                      </a:r>
                    </a:p>
                  </a:txBody>
                  <a:tcPr/>
                </a:tc>
                <a:extLst>
                  <a:ext uri="{0D108BD9-81ED-4DB2-BD59-A6C34878D82A}">
                    <a16:rowId xmlns:a16="http://schemas.microsoft.com/office/drawing/2014/main" val="4066983025"/>
                  </a:ext>
                </a:extLst>
              </a:tr>
              <a:tr h="585478">
                <a:tc>
                  <a:txBody>
                    <a:bodyPr/>
                    <a:lstStyle/>
                    <a:p>
                      <a:r>
                        <a:rPr lang="en-US">
                          <a:solidFill>
                            <a:schemeClr val="bg2">
                              <a:lumMod val="10000"/>
                            </a:schemeClr>
                          </a:solidFill>
                        </a:rPr>
                        <a:t>1</a:t>
                      </a:r>
                    </a:p>
                  </a:txBody>
                  <a:tcPr/>
                </a:tc>
                <a:tc>
                  <a:txBody>
                    <a:bodyPr/>
                    <a:lstStyle/>
                    <a:p>
                      <a:pPr marL="0" indent="0">
                        <a:buFont typeface="+mj-lt"/>
                        <a:buNone/>
                      </a:pPr>
                      <a:r>
                        <a:rPr lang="en-US" sz="1200">
                          <a:solidFill>
                            <a:srgbClr val="070807"/>
                          </a:solidFill>
                        </a:rPr>
                        <a:t>SDSA needs to maintain a chain of custody of the file to prove it was handled correctly.  This chain is documented in the Commander’s audit log.</a:t>
                      </a:r>
                    </a:p>
                  </a:txBody>
                  <a:tcPr/>
                </a:tc>
                <a:extLst>
                  <a:ext uri="{0D108BD9-81ED-4DB2-BD59-A6C34878D82A}">
                    <a16:rowId xmlns:a16="http://schemas.microsoft.com/office/drawing/2014/main" val="1585254786"/>
                  </a:ext>
                </a:extLst>
              </a:tr>
              <a:tr h="463085">
                <a:tc>
                  <a:txBody>
                    <a:bodyPr/>
                    <a:lstStyle/>
                    <a:p>
                      <a:r>
                        <a:rPr lang="en-US">
                          <a:solidFill>
                            <a:schemeClr val="bg2">
                              <a:lumMod val="10000"/>
                            </a:schemeClr>
                          </a:solidFill>
                        </a:rPr>
                        <a:t>2</a:t>
                      </a:r>
                    </a:p>
                  </a:txBody>
                  <a:tcPr/>
                </a:tc>
                <a:tc>
                  <a:txBody>
                    <a:bodyPr/>
                    <a:lstStyle/>
                    <a:p>
                      <a:pPr marL="0" indent="0">
                        <a:buFont typeface="+mj-lt"/>
                        <a:buNone/>
                      </a:pPr>
                      <a:r>
                        <a:rPr lang="en-US" sz="1200">
                          <a:solidFill>
                            <a:srgbClr val="070807"/>
                          </a:solidFill>
                        </a:rPr>
                        <a:t>Can’t have an outside process that moves the files, so the solution  cannot be a manual move &amp; repoint.  </a:t>
                      </a:r>
                    </a:p>
                  </a:txBody>
                  <a:tcPr/>
                </a:tc>
                <a:extLst>
                  <a:ext uri="{0D108BD9-81ED-4DB2-BD59-A6C34878D82A}">
                    <a16:rowId xmlns:a16="http://schemas.microsoft.com/office/drawing/2014/main" val="3767709680"/>
                  </a:ext>
                </a:extLst>
              </a:tr>
              <a:tr h="418199">
                <a:tc>
                  <a:txBody>
                    <a:bodyPr/>
                    <a:lstStyle/>
                    <a:p>
                      <a:r>
                        <a:rPr lang="en-US">
                          <a:solidFill>
                            <a:schemeClr val="bg2">
                              <a:lumMod val="10000"/>
                            </a:schemeClr>
                          </a:solidFill>
                        </a:rPr>
                        <a:t>3</a:t>
                      </a:r>
                    </a:p>
                  </a:txBody>
                  <a:tcPr/>
                </a:tc>
                <a:tc>
                  <a:txBody>
                    <a:bodyPr/>
                    <a:lstStyle/>
                    <a:p>
                      <a:pPr marL="0" indent="0">
                        <a:buFont typeface="+mj-lt"/>
                        <a:buNone/>
                      </a:pPr>
                      <a:r>
                        <a:rPr lang="en-US" sz="1200">
                          <a:solidFill>
                            <a:srgbClr val="070807"/>
                          </a:solidFill>
                        </a:rPr>
                        <a:t>Axon wants to upsell to SDSA to Evidence.com, but this is not part of the roadmap.</a:t>
                      </a:r>
                    </a:p>
                  </a:txBody>
                  <a:tcPr/>
                </a:tc>
                <a:extLst>
                  <a:ext uri="{0D108BD9-81ED-4DB2-BD59-A6C34878D82A}">
                    <a16:rowId xmlns:a16="http://schemas.microsoft.com/office/drawing/2014/main" val="2496274544"/>
                  </a:ext>
                </a:extLst>
              </a:tr>
              <a:tr h="721519">
                <a:tc>
                  <a:txBody>
                    <a:bodyPr/>
                    <a:lstStyle/>
                    <a:p>
                      <a:r>
                        <a:rPr lang="en-US">
                          <a:solidFill>
                            <a:schemeClr val="bg2">
                              <a:lumMod val="10000"/>
                            </a:schemeClr>
                          </a:solidFill>
                        </a:rPr>
                        <a:t>4</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a:solidFill>
                            <a:srgbClr val="070807"/>
                          </a:solidFill>
                        </a:rPr>
                        <a:t>Any manual manipulation of the file could corrupt Commander’s access to it.  The file would appear deleted, but actually still be in the S3 Storage.  This breaks the chain of custody proof needed.</a:t>
                      </a:r>
                    </a:p>
                    <a:p>
                      <a:endParaRPr lang="en-US">
                        <a:solidFill>
                          <a:srgbClr val="070807"/>
                        </a:solidFill>
                      </a:endParaRPr>
                    </a:p>
                  </a:txBody>
                  <a:tcPr/>
                </a:tc>
                <a:extLst>
                  <a:ext uri="{0D108BD9-81ED-4DB2-BD59-A6C34878D82A}">
                    <a16:rowId xmlns:a16="http://schemas.microsoft.com/office/drawing/2014/main" val="1590133614"/>
                  </a:ext>
                </a:extLst>
              </a:tr>
              <a:tr h="167762">
                <a:tc>
                  <a:txBody>
                    <a:bodyPr/>
                    <a:lstStyle/>
                    <a:p>
                      <a:r>
                        <a:rPr lang="en-US">
                          <a:solidFill>
                            <a:schemeClr val="bg2">
                              <a:lumMod val="10000"/>
                            </a:schemeClr>
                          </a:solidFill>
                        </a:rPr>
                        <a:t>5</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a:solidFill>
                            <a:srgbClr val="070807"/>
                          </a:solidFill>
                        </a:rPr>
                        <a:t>Took Commander 1 month to move 20,000 files/8 TB – Need a solution to handle 400TB</a:t>
                      </a:r>
                      <a:endParaRPr lang="en-US">
                        <a:solidFill>
                          <a:srgbClr val="070807"/>
                        </a:solidFill>
                      </a:endParaRPr>
                    </a:p>
                  </a:txBody>
                  <a:tcPr/>
                </a:tc>
                <a:extLst>
                  <a:ext uri="{0D108BD9-81ED-4DB2-BD59-A6C34878D82A}">
                    <a16:rowId xmlns:a16="http://schemas.microsoft.com/office/drawing/2014/main" val="442294550"/>
                  </a:ext>
                </a:extLst>
              </a:tr>
              <a:tr h="439109">
                <a:tc>
                  <a:txBody>
                    <a:bodyPr/>
                    <a:lstStyle/>
                    <a:p>
                      <a:r>
                        <a:rPr lang="en-US">
                          <a:solidFill>
                            <a:schemeClr val="bg2">
                              <a:lumMod val="10000"/>
                            </a:schemeClr>
                          </a:solidFill>
                        </a:rPr>
                        <a:t>6</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a:solidFill>
                            <a:srgbClr val="070807"/>
                          </a:solidFill>
                          <a:sym typeface="Wingdings" panose="05000000000000000000" pitchFamily="2" charset="2"/>
                        </a:rPr>
                        <a:t>The system will receive ~16TB/day</a:t>
                      </a:r>
                      <a:endParaRPr lang="en-US">
                        <a:solidFill>
                          <a:srgbClr val="070807"/>
                        </a:solidFill>
                      </a:endParaRPr>
                    </a:p>
                  </a:txBody>
                  <a:tcPr/>
                </a:tc>
                <a:extLst>
                  <a:ext uri="{0D108BD9-81ED-4DB2-BD59-A6C34878D82A}">
                    <a16:rowId xmlns:a16="http://schemas.microsoft.com/office/drawing/2014/main" val="43707151"/>
                  </a:ext>
                </a:extLst>
              </a:tr>
            </a:tbl>
          </a:graphicData>
        </a:graphic>
      </p:graphicFrame>
    </p:spTree>
    <p:extLst>
      <p:ext uri="{BB962C8B-B14F-4D97-AF65-F5344CB8AC3E}">
        <p14:creationId xmlns:p14="http://schemas.microsoft.com/office/powerpoint/2010/main" val="41702816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5F8B948-BC4A-415B-928C-8690A9092B21}"/>
              </a:ext>
            </a:extLst>
          </p:cNvPr>
          <p:cNvSpPr>
            <a:spLocks noGrp="1"/>
          </p:cNvSpPr>
          <p:nvPr>
            <p:ph type="title"/>
          </p:nvPr>
        </p:nvSpPr>
        <p:spPr/>
        <p:txBody>
          <a:bodyPr/>
          <a:lstStyle/>
          <a:p>
            <a:r>
              <a:rPr lang="en-US"/>
              <a:t>Options Considered</a:t>
            </a:r>
          </a:p>
        </p:txBody>
      </p:sp>
      <p:sp>
        <p:nvSpPr>
          <p:cNvPr id="5" name="Content Placeholder 4">
            <a:extLst>
              <a:ext uri="{FF2B5EF4-FFF2-40B4-BE49-F238E27FC236}">
                <a16:creationId xmlns:a16="http://schemas.microsoft.com/office/drawing/2014/main" id="{1BAC737C-9BC6-427E-BCF6-9FA10F79D65C}"/>
              </a:ext>
            </a:extLst>
          </p:cNvPr>
          <p:cNvSpPr>
            <a:spLocks noGrp="1"/>
          </p:cNvSpPr>
          <p:nvPr>
            <p:ph idx="1"/>
          </p:nvPr>
        </p:nvSpPr>
        <p:spPr>
          <a:xfrm>
            <a:off x="99365" y="2554502"/>
            <a:ext cx="5437817" cy="2696369"/>
          </a:xfrm>
        </p:spPr>
        <p:txBody>
          <a:bodyPr/>
          <a:lstStyle/>
          <a:p>
            <a:pPr marL="0" indent="0">
              <a:buNone/>
            </a:pPr>
            <a:r>
              <a:rPr lang="en-US" b="1"/>
              <a:t>Other Options Considered </a:t>
            </a:r>
          </a:p>
          <a:p>
            <a:r>
              <a:rPr lang="en-US" sz="1050"/>
              <a:t>Suspend on the bucket – Tried</a:t>
            </a:r>
          </a:p>
          <a:p>
            <a:r>
              <a:rPr lang="en-US" sz="1050"/>
              <a:t>Manually moved in background &amp; repointed is not captured in the audit log</a:t>
            </a:r>
          </a:p>
          <a:p>
            <a:r>
              <a:rPr lang="en-US" sz="1050"/>
              <a:t>Volume Gateway or AWS </a:t>
            </a:r>
            <a:r>
              <a:rPr lang="en-US" sz="1050" err="1"/>
              <a:t>DataSync</a:t>
            </a:r>
            <a:endParaRPr lang="en-US" sz="1050"/>
          </a:p>
          <a:p>
            <a:r>
              <a:rPr lang="en-US" sz="1050"/>
              <a:t>AWS Outposts S3</a:t>
            </a:r>
          </a:p>
          <a:p>
            <a:r>
              <a:rPr lang="en-US" sz="1050"/>
              <a:t>MFA Deletion – not available on gov cloud. – No manual deletion allowed, all system generated</a:t>
            </a:r>
          </a:p>
          <a:p>
            <a:r>
              <a:rPr lang="en-US" sz="1050"/>
              <a:t>Virtual Tape Gateway</a:t>
            </a:r>
          </a:p>
          <a:p>
            <a:endParaRPr lang="en-US" sz="1200"/>
          </a:p>
        </p:txBody>
      </p:sp>
      <p:graphicFrame>
        <p:nvGraphicFramePr>
          <p:cNvPr id="2" name="Table 2">
            <a:extLst>
              <a:ext uri="{FF2B5EF4-FFF2-40B4-BE49-F238E27FC236}">
                <a16:creationId xmlns:a16="http://schemas.microsoft.com/office/drawing/2014/main" id="{FF236072-B383-7242-9CC5-8D5DCA3C7049}"/>
              </a:ext>
            </a:extLst>
          </p:cNvPr>
          <p:cNvGraphicFramePr>
            <a:graphicFrameLocks noGrp="1"/>
          </p:cNvGraphicFramePr>
          <p:nvPr>
            <p:extLst>
              <p:ext uri="{D42A27DB-BD31-4B8C-83A1-F6EECF244321}">
                <p14:modId xmlns:p14="http://schemas.microsoft.com/office/powerpoint/2010/main" val="905833904"/>
              </p:ext>
            </p:extLst>
          </p:nvPr>
        </p:nvGraphicFramePr>
        <p:xfrm>
          <a:off x="161905" y="748562"/>
          <a:ext cx="5220638" cy="1805940"/>
        </p:xfrm>
        <a:graphic>
          <a:graphicData uri="http://schemas.openxmlformats.org/drawingml/2006/table">
            <a:tbl>
              <a:tblPr firstRow="1" bandRow="1">
                <a:tableStyleId>{5C22544A-7EE6-4342-B048-85BDC9FD1C3A}</a:tableStyleId>
              </a:tblPr>
              <a:tblGrid>
                <a:gridCol w="270066">
                  <a:extLst>
                    <a:ext uri="{9D8B030D-6E8A-4147-A177-3AD203B41FA5}">
                      <a16:colId xmlns:a16="http://schemas.microsoft.com/office/drawing/2014/main" val="3319320249"/>
                    </a:ext>
                  </a:extLst>
                </a:gridCol>
                <a:gridCol w="3551055">
                  <a:extLst>
                    <a:ext uri="{9D8B030D-6E8A-4147-A177-3AD203B41FA5}">
                      <a16:colId xmlns:a16="http://schemas.microsoft.com/office/drawing/2014/main" val="2484052676"/>
                    </a:ext>
                  </a:extLst>
                </a:gridCol>
                <a:gridCol w="1399517">
                  <a:extLst>
                    <a:ext uri="{9D8B030D-6E8A-4147-A177-3AD203B41FA5}">
                      <a16:colId xmlns:a16="http://schemas.microsoft.com/office/drawing/2014/main" val="1812940527"/>
                    </a:ext>
                  </a:extLst>
                </a:gridCol>
              </a:tblGrid>
              <a:tr h="261808">
                <a:tc>
                  <a:txBody>
                    <a:bodyPr/>
                    <a:lstStyle/>
                    <a:p>
                      <a:endParaRPr lang="en-US"/>
                    </a:p>
                  </a:txBody>
                  <a:tcPr/>
                </a:tc>
                <a:tc>
                  <a:txBody>
                    <a:bodyPr/>
                    <a:lstStyle/>
                    <a:p>
                      <a:r>
                        <a:rPr lang="en-US"/>
                        <a:t>Preferred Options</a:t>
                      </a:r>
                    </a:p>
                  </a:txBody>
                  <a:tcPr/>
                </a:tc>
                <a:tc>
                  <a:txBody>
                    <a:bodyPr/>
                    <a:lstStyle/>
                    <a:p>
                      <a:r>
                        <a:rPr lang="en-US"/>
                        <a:t>Feasibility</a:t>
                      </a:r>
                    </a:p>
                  </a:txBody>
                  <a:tcPr/>
                </a:tc>
                <a:extLst>
                  <a:ext uri="{0D108BD9-81ED-4DB2-BD59-A6C34878D82A}">
                    <a16:rowId xmlns:a16="http://schemas.microsoft.com/office/drawing/2014/main" val="4066983025"/>
                  </a:ext>
                </a:extLst>
              </a:tr>
              <a:tr h="624312">
                <a:tc>
                  <a:txBody>
                    <a:bodyPr/>
                    <a:lstStyle/>
                    <a:p>
                      <a:r>
                        <a:rPr lang="en-US">
                          <a:solidFill>
                            <a:schemeClr val="bg2">
                              <a:lumMod val="10000"/>
                            </a:schemeClr>
                          </a:solidFill>
                        </a:rPr>
                        <a:t>1</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solidFill>
                            <a:schemeClr val="bg2">
                              <a:lumMod val="10000"/>
                            </a:schemeClr>
                          </a:solidFill>
                        </a:rPr>
                        <a:t>Lifecycle policy with Intelligent Tiering and AWS S3 Backup (Preview service)</a:t>
                      </a:r>
                    </a:p>
                    <a:p>
                      <a:endParaRPr lang="en-US">
                        <a:solidFill>
                          <a:schemeClr val="bg2">
                            <a:lumMod val="10000"/>
                          </a:schemeClr>
                        </a:solidFill>
                      </a:endParaRPr>
                    </a:p>
                  </a:txBody>
                  <a:tcPr/>
                </a:tc>
                <a:tc>
                  <a:txBody>
                    <a:bodyPr/>
                    <a:lstStyle/>
                    <a:p>
                      <a:endParaRPr lang="en-US">
                        <a:solidFill>
                          <a:schemeClr val="bg2">
                            <a:lumMod val="10000"/>
                          </a:schemeClr>
                        </a:solidFill>
                      </a:endParaRPr>
                    </a:p>
                  </a:txBody>
                  <a:tcPr/>
                </a:tc>
                <a:extLst>
                  <a:ext uri="{0D108BD9-81ED-4DB2-BD59-A6C34878D82A}">
                    <a16:rowId xmlns:a16="http://schemas.microsoft.com/office/drawing/2014/main" val="1585254786"/>
                  </a:ext>
                </a:extLst>
              </a:tr>
              <a:tr h="443060">
                <a:tc>
                  <a:txBody>
                    <a:bodyPr/>
                    <a:lstStyle/>
                    <a:p>
                      <a:r>
                        <a:rPr lang="en-US">
                          <a:solidFill>
                            <a:schemeClr val="bg2">
                              <a:lumMod val="10000"/>
                            </a:schemeClr>
                          </a:solidFill>
                        </a:rPr>
                        <a:t>2</a:t>
                      </a:r>
                    </a:p>
                  </a:txBody>
                  <a:tcPr/>
                </a:tc>
                <a:tc>
                  <a:txBody>
                    <a:bodyPr/>
                    <a:lstStyle/>
                    <a:p>
                      <a:r>
                        <a:rPr lang="en-US">
                          <a:solidFill>
                            <a:schemeClr val="bg2">
                              <a:lumMod val="10000"/>
                            </a:schemeClr>
                          </a:solidFill>
                        </a:rPr>
                        <a:t>Move to bucket without versioning or FSx for Windows</a:t>
                      </a:r>
                    </a:p>
                  </a:txBody>
                  <a:tcPr/>
                </a:tc>
                <a:tc>
                  <a:txBody>
                    <a:bodyPr/>
                    <a:lstStyle/>
                    <a:p>
                      <a:endParaRPr lang="en-US">
                        <a:solidFill>
                          <a:schemeClr val="bg2">
                            <a:lumMod val="10000"/>
                          </a:schemeClr>
                        </a:solidFill>
                      </a:endParaRPr>
                    </a:p>
                  </a:txBody>
                  <a:tcPr/>
                </a:tc>
                <a:extLst>
                  <a:ext uri="{0D108BD9-81ED-4DB2-BD59-A6C34878D82A}">
                    <a16:rowId xmlns:a16="http://schemas.microsoft.com/office/drawing/2014/main" val="3767709680"/>
                  </a:ext>
                </a:extLst>
              </a:tr>
              <a:tr h="261808">
                <a:tc>
                  <a:txBody>
                    <a:bodyPr/>
                    <a:lstStyle/>
                    <a:p>
                      <a:r>
                        <a:rPr lang="en-US">
                          <a:solidFill>
                            <a:schemeClr val="bg2">
                              <a:lumMod val="10000"/>
                            </a:schemeClr>
                          </a:solidFill>
                        </a:rPr>
                        <a:t>3</a:t>
                      </a:r>
                    </a:p>
                  </a:txBody>
                  <a:tcPr/>
                </a:tc>
                <a:tc>
                  <a:txBody>
                    <a:bodyPr/>
                    <a:lstStyle/>
                    <a:p>
                      <a:r>
                        <a:rPr lang="en-US">
                          <a:solidFill>
                            <a:schemeClr val="bg2">
                              <a:lumMod val="10000"/>
                            </a:schemeClr>
                          </a:solidFill>
                        </a:rPr>
                        <a:t>Move to Evidence.com</a:t>
                      </a:r>
                    </a:p>
                  </a:txBody>
                  <a:tcPr/>
                </a:tc>
                <a:tc>
                  <a:txBody>
                    <a:bodyPr/>
                    <a:lstStyle/>
                    <a:p>
                      <a:endParaRPr lang="en-US">
                        <a:solidFill>
                          <a:schemeClr val="bg2">
                            <a:lumMod val="10000"/>
                          </a:schemeClr>
                        </a:solidFill>
                      </a:endParaRPr>
                    </a:p>
                  </a:txBody>
                  <a:tcPr/>
                </a:tc>
                <a:extLst>
                  <a:ext uri="{0D108BD9-81ED-4DB2-BD59-A6C34878D82A}">
                    <a16:rowId xmlns:a16="http://schemas.microsoft.com/office/drawing/2014/main" val="2496274544"/>
                  </a:ext>
                </a:extLst>
              </a:tr>
            </a:tbl>
          </a:graphicData>
        </a:graphic>
      </p:graphicFrame>
    </p:spTree>
    <p:extLst>
      <p:ext uri="{BB962C8B-B14F-4D97-AF65-F5344CB8AC3E}">
        <p14:creationId xmlns:p14="http://schemas.microsoft.com/office/powerpoint/2010/main" val="15912939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6DD0FC-856D-4B0C-8899-998831B3793F}"/>
              </a:ext>
            </a:extLst>
          </p:cNvPr>
          <p:cNvSpPr>
            <a:spLocks noGrp="1"/>
          </p:cNvSpPr>
          <p:nvPr>
            <p:ph type="title"/>
          </p:nvPr>
        </p:nvSpPr>
        <p:spPr/>
        <p:txBody>
          <a:bodyPr/>
          <a:lstStyle/>
          <a:p>
            <a:r>
              <a:rPr lang="en-US">
                <a:cs typeface="Calibri" pitchFamily="34" charset="0"/>
              </a:rPr>
              <a:t>Option 1 – Lifecycle Policies with Intelligent Tiering and AWS S3 Backup (Preview)</a:t>
            </a:r>
            <a:endParaRPr lang="en-US"/>
          </a:p>
        </p:txBody>
      </p:sp>
      <p:graphicFrame>
        <p:nvGraphicFramePr>
          <p:cNvPr id="4" name="Table 5">
            <a:extLst>
              <a:ext uri="{FF2B5EF4-FFF2-40B4-BE49-F238E27FC236}">
                <a16:creationId xmlns:a16="http://schemas.microsoft.com/office/drawing/2014/main" id="{E8FA74EF-F123-B542-869D-169F89D07A0B}"/>
              </a:ext>
            </a:extLst>
          </p:cNvPr>
          <p:cNvGraphicFramePr>
            <a:graphicFrameLocks noGrp="1"/>
          </p:cNvGraphicFramePr>
          <p:nvPr>
            <p:extLst>
              <p:ext uri="{D42A27DB-BD31-4B8C-83A1-F6EECF244321}">
                <p14:modId xmlns:p14="http://schemas.microsoft.com/office/powerpoint/2010/main" val="2513724717"/>
              </p:ext>
            </p:extLst>
          </p:nvPr>
        </p:nvGraphicFramePr>
        <p:xfrm>
          <a:off x="386196" y="1101551"/>
          <a:ext cx="4897582" cy="1902460"/>
        </p:xfrm>
        <a:graphic>
          <a:graphicData uri="http://schemas.openxmlformats.org/drawingml/2006/table">
            <a:tbl>
              <a:tblPr firstRow="1" bandRow="1">
                <a:tableStyleId>{5C22544A-7EE6-4342-B048-85BDC9FD1C3A}</a:tableStyleId>
              </a:tblPr>
              <a:tblGrid>
                <a:gridCol w="2448791">
                  <a:extLst>
                    <a:ext uri="{9D8B030D-6E8A-4147-A177-3AD203B41FA5}">
                      <a16:colId xmlns:a16="http://schemas.microsoft.com/office/drawing/2014/main" val="1146860820"/>
                    </a:ext>
                  </a:extLst>
                </a:gridCol>
                <a:gridCol w="2448791">
                  <a:extLst>
                    <a:ext uri="{9D8B030D-6E8A-4147-A177-3AD203B41FA5}">
                      <a16:colId xmlns:a16="http://schemas.microsoft.com/office/drawing/2014/main" val="34913232"/>
                    </a:ext>
                  </a:extLst>
                </a:gridCol>
              </a:tblGrid>
              <a:tr h="370840">
                <a:tc>
                  <a:txBody>
                    <a:bodyPr/>
                    <a:lstStyle/>
                    <a:p>
                      <a:r>
                        <a:rPr lang="en-US"/>
                        <a:t>Proposed Solution</a:t>
                      </a:r>
                    </a:p>
                  </a:txBody>
                  <a:tcPr/>
                </a:tc>
                <a:tc>
                  <a:txBody>
                    <a:bodyPr/>
                    <a:lstStyle/>
                    <a:p>
                      <a:r>
                        <a:rPr lang="en-US"/>
                        <a:t>Constraints</a:t>
                      </a:r>
                    </a:p>
                  </a:txBody>
                  <a:tcPr/>
                </a:tc>
                <a:extLst>
                  <a:ext uri="{0D108BD9-81ED-4DB2-BD59-A6C34878D82A}">
                    <a16:rowId xmlns:a16="http://schemas.microsoft.com/office/drawing/2014/main" val="361279505"/>
                  </a:ext>
                </a:extLst>
              </a:tr>
              <a:tr h="370840">
                <a:tc>
                  <a:txBody>
                    <a:bodyPr/>
                    <a:lstStyle/>
                    <a:p>
                      <a:r>
                        <a:rPr lang="en-US">
                          <a:solidFill>
                            <a:schemeClr val="bg2">
                              <a:lumMod val="10000"/>
                            </a:schemeClr>
                          </a:solidFill>
                        </a:rPr>
                        <a:t>Lifecycle policies would delete all noncurrent versions at specified interval and move files to Intelligent Tiering staggered to happen after AWS S3 Backup takes a backup to Intelligent Tiering.</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solidFill>
                            <a:schemeClr val="bg2">
                              <a:lumMod val="10000"/>
                            </a:schemeClr>
                          </a:solidFill>
                        </a:rPr>
                        <a:t>SDCS still needs access to previous versions of the files, but does not need the initial duplicate version that’s created by storage gateway.</a:t>
                      </a:r>
                    </a:p>
                    <a:p>
                      <a:endParaRPr lang="en-US"/>
                    </a:p>
                  </a:txBody>
                  <a:tcPr/>
                </a:tc>
                <a:extLst>
                  <a:ext uri="{0D108BD9-81ED-4DB2-BD59-A6C34878D82A}">
                    <a16:rowId xmlns:a16="http://schemas.microsoft.com/office/drawing/2014/main" val="326075407"/>
                  </a:ext>
                </a:extLst>
              </a:tr>
            </a:tbl>
          </a:graphicData>
        </a:graphic>
      </p:graphicFrame>
      <p:graphicFrame>
        <p:nvGraphicFramePr>
          <p:cNvPr id="6" name="Table 6">
            <a:extLst>
              <a:ext uri="{FF2B5EF4-FFF2-40B4-BE49-F238E27FC236}">
                <a16:creationId xmlns:a16="http://schemas.microsoft.com/office/drawing/2014/main" id="{9413C013-B8BD-2647-AF31-E267FE0BF9C4}"/>
              </a:ext>
            </a:extLst>
          </p:cNvPr>
          <p:cNvGraphicFramePr>
            <a:graphicFrameLocks noGrp="1"/>
          </p:cNvGraphicFramePr>
          <p:nvPr>
            <p:extLst>
              <p:ext uri="{D42A27DB-BD31-4B8C-83A1-F6EECF244321}">
                <p14:modId xmlns:p14="http://schemas.microsoft.com/office/powerpoint/2010/main" val="1867711938"/>
              </p:ext>
            </p:extLst>
          </p:nvPr>
        </p:nvGraphicFramePr>
        <p:xfrm>
          <a:off x="386196" y="3024679"/>
          <a:ext cx="4897582" cy="2034540"/>
        </p:xfrm>
        <a:graphic>
          <a:graphicData uri="http://schemas.openxmlformats.org/drawingml/2006/table">
            <a:tbl>
              <a:tblPr firstRow="1" bandRow="1">
                <a:tableStyleId>{5C22544A-7EE6-4342-B048-85BDC9FD1C3A}</a:tableStyleId>
              </a:tblPr>
              <a:tblGrid>
                <a:gridCol w="2448791">
                  <a:extLst>
                    <a:ext uri="{9D8B030D-6E8A-4147-A177-3AD203B41FA5}">
                      <a16:colId xmlns:a16="http://schemas.microsoft.com/office/drawing/2014/main" val="1898996357"/>
                    </a:ext>
                  </a:extLst>
                </a:gridCol>
                <a:gridCol w="2448791">
                  <a:extLst>
                    <a:ext uri="{9D8B030D-6E8A-4147-A177-3AD203B41FA5}">
                      <a16:colId xmlns:a16="http://schemas.microsoft.com/office/drawing/2014/main" val="3027046765"/>
                    </a:ext>
                  </a:extLst>
                </a:gridCol>
              </a:tblGrid>
              <a:tr h="185420">
                <a:tc>
                  <a:txBody>
                    <a:bodyPr/>
                    <a:lstStyle/>
                    <a:p>
                      <a:r>
                        <a:rPr lang="en-US"/>
                        <a:t>Pros</a:t>
                      </a:r>
                    </a:p>
                  </a:txBody>
                  <a:tcPr/>
                </a:tc>
                <a:tc>
                  <a:txBody>
                    <a:bodyPr/>
                    <a:lstStyle/>
                    <a:p>
                      <a:r>
                        <a:rPr lang="en-US"/>
                        <a:t>Cons</a:t>
                      </a:r>
                    </a:p>
                  </a:txBody>
                  <a:tcPr/>
                </a:tc>
                <a:extLst>
                  <a:ext uri="{0D108BD9-81ED-4DB2-BD59-A6C34878D82A}">
                    <a16:rowId xmlns:a16="http://schemas.microsoft.com/office/drawing/2014/main" val="1927198699"/>
                  </a:ext>
                </a:extLst>
              </a:tr>
              <a:tr h="185420">
                <a:tc>
                  <a:txBody>
                    <a:bodyPr/>
                    <a:lstStyle/>
                    <a:p>
                      <a:r>
                        <a:rPr lang="en-US">
                          <a:solidFill>
                            <a:schemeClr val="bg2">
                              <a:lumMod val="10000"/>
                            </a:schemeClr>
                          </a:solidFill>
                        </a:rPr>
                        <a:t>Takes away duplication of files cost. Moves storage to cheaper tiers that are noncurrent and only accessed in disaster. Lowers ongoing costs dramatically while also providing protection from disaster.</a:t>
                      </a:r>
                    </a:p>
                  </a:txBody>
                  <a:tcPr/>
                </a:tc>
                <a:tc>
                  <a:txBody>
                    <a:bodyPr/>
                    <a:lstStyle/>
                    <a:p>
                      <a:r>
                        <a:rPr lang="en-US">
                          <a:solidFill>
                            <a:schemeClr val="bg2">
                              <a:lumMod val="10000"/>
                            </a:schemeClr>
                          </a:solidFill>
                        </a:rPr>
                        <a:t>Removes previous versions of files, but shifts them to AWS S3 Backup (Preview). S3 Backup does require versioning to stay enabled thus need for staggered policy deletion after S3 Backup completes.</a:t>
                      </a:r>
                    </a:p>
                  </a:txBody>
                  <a:tcPr/>
                </a:tc>
                <a:extLst>
                  <a:ext uri="{0D108BD9-81ED-4DB2-BD59-A6C34878D82A}">
                    <a16:rowId xmlns:a16="http://schemas.microsoft.com/office/drawing/2014/main" val="2601823362"/>
                  </a:ext>
                </a:extLst>
              </a:tr>
            </a:tbl>
          </a:graphicData>
        </a:graphic>
      </p:graphicFrame>
    </p:spTree>
    <p:extLst>
      <p:ext uri="{BB962C8B-B14F-4D97-AF65-F5344CB8AC3E}">
        <p14:creationId xmlns:p14="http://schemas.microsoft.com/office/powerpoint/2010/main" val="37306883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6DD0FC-856D-4B0C-8899-998831B3793F}"/>
              </a:ext>
            </a:extLst>
          </p:cNvPr>
          <p:cNvSpPr>
            <a:spLocks noGrp="1"/>
          </p:cNvSpPr>
          <p:nvPr>
            <p:ph type="title"/>
          </p:nvPr>
        </p:nvSpPr>
        <p:spPr/>
        <p:txBody>
          <a:bodyPr/>
          <a:lstStyle/>
          <a:p>
            <a:r>
              <a:rPr lang="en-US">
                <a:cs typeface="Calibri" pitchFamily="34" charset="0"/>
              </a:rPr>
              <a:t>Option 2 – Move files to bucket without versioning turned on</a:t>
            </a:r>
            <a:endParaRPr lang="en-US"/>
          </a:p>
        </p:txBody>
      </p:sp>
      <p:graphicFrame>
        <p:nvGraphicFramePr>
          <p:cNvPr id="4" name="Table 5">
            <a:extLst>
              <a:ext uri="{FF2B5EF4-FFF2-40B4-BE49-F238E27FC236}">
                <a16:creationId xmlns:a16="http://schemas.microsoft.com/office/drawing/2014/main" id="{DD449D52-7A00-834B-A464-47FA99B593AD}"/>
              </a:ext>
            </a:extLst>
          </p:cNvPr>
          <p:cNvGraphicFramePr>
            <a:graphicFrameLocks noGrp="1"/>
          </p:cNvGraphicFramePr>
          <p:nvPr>
            <p:extLst>
              <p:ext uri="{D42A27DB-BD31-4B8C-83A1-F6EECF244321}">
                <p14:modId xmlns:p14="http://schemas.microsoft.com/office/powerpoint/2010/main" val="650251075"/>
              </p:ext>
            </p:extLst>
          </p:nvPr>
        </p:nvGraphicFramePr>
        <p:xfrm>
          <a:off x="349827" y="1298979"/>
          <a:ext cx="4897582" cy="1490980"/>
        </p:xfrm>
        <a:graphic>
          <a:graphicData uri="http://schemas.openxmlformats.org/drawingml/2006/table">
            <a:tbl>
              <a:tblPr firstRow="1" bandRow="1">
                <a:tableStyleId>{5C22544A-7EE6-4342-B048-85BDC9FD1C3A}</a:tableStyleId>
              </a:tblPr>
              <a:tblGrid>
                <a:gridCol w="2448791">
                  <a:extLst>
                    <a:ext uri="{9D8B030D-6E8A-4147-A177-3AD203B41FA5}">
                      <a16:colId xmlns:a16="http://schemas.microsoft.com/office/drawing/2014/main" val="1146860820"/>
                    </a:ext>
                  </a:extLst>
                </a:gridCol>
                <a:gridCol w="2448791">
                  <a:extLst>
                    <a:ext uri="{9D8B030D-6E8A-4147-A177-3AD203B41FA5}">
                      <a16:colId xmlns:a16="http://schemas.microsoft.com/office/drawing/2014/main" val="34913232"/>
                    </a:ext>
                  </a:extLst>
                </a:gridCol>
              </a:tblGrid>
              <a:tr h="370840">
                <a:tc>
                  <a:txBody>
                    <a:bodyPr/>
                    <a:lstStyle/>
                    <a:p>
                      <a:r>
                        <a:rPr lang="en-US"/>
                        <a:t>Proposed Solution</a:t>
                      </a:r>
                    </a:p>
                  </a:txBody>
                  <a:tcPr/>
                </a:tc>
                <a:tc>
                  <a:txBody>
                    <a:bodyPr/>
                    <a:lstStyle/>
                    <a:p>
                      <a:r>
                        <a:rPr lang="en-US"/>
                        <a:t>Constraints</a:t>
                      </a:r>
                    </a:p>
                  </a:txBody>
                  <a:tcPr/>
                </a:tc>
                <a:extLst>
                  <a:ext uri="{0D108BD9-81ED-4DB2-BD59-A6C34878D82A}">
                    <a16:rowId xmlns:a16="http://schemas.microsoft.com/office/drawing/2014/main" val="361279505"/>
                  </a:ext>
                </a:extLst>
              </a:tr>
              <a:tr h="370840">
                <a:tc>
                  <a:txBody>
                    <a:bodyPr/>
                    <a:lstStyle/>
                    <a:p>
                      <a:r>
                        <a:rPr lang="en-US">
                          <a:solidFill>
                            <a:schemeClr val="bg2">
                              <a:lumMod val="10000"/>
                            </a:schemeClr>
                          </a:solidFill>
                        </a:rPr>
                        <a:t>Files would be repointed to a S3 bucket without versioning turned on.</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solidFill>
                            <a:schemeClr val="bg2">
                              <a:lumMod val="10000"/>
                            </a:schemeClr>
                          </a:solidFill>
                        </a:rPr>
                        <a:t>SDCS still needs versioning to restore files in event of malware, inadvertent deletion or breach of access.</a:t>
                      </a:r>
                    </a:p>
                    <a:p>
                      <a:endParaRPr lang="en-US"/>
                    </a:p>
                  </a:txBody>
                  <a:tcPr/>
                </a:tc>
                <a:extLst>
                  <a:ext uri="{0D108BD9-81ED-4DB2-BD59-A6C34878D82A}">
                    <a16:rowId xmlns:a16="http://schemas.microsoft.com/office/drawing/2014/main" val="326075407"/>
                  </a:ext>
                </a:extLst>
              </a:tr>
            </a:tbl>
          </a:graphicData>
        </a:graphic>
      </p:graphicFrame>
      <p:graphicFrame>
        <p:nvGraphicFramePr>
          <p:cNvPr id="6" name="Table 6">
            <a:extLst>
              <a:ext uri="{FF2B5EF4-FFF2-40B4-BE49-F238E27FC236}">
                <a16:creationId xmlns:a16="http://schemas.microsoft.com/office/drawing/2014/main" id="{78F8DBAE-E45A-DA41-8324-72D2366DA4A8}"/>
              </a:ext>
            </a:extLst>
          </p:cNvPr>
          <p:cNvGraphicFramePr>
            <a:graphicFrameLocks noGrp="1"/>
          </p:cNvGraphicFramePr>
          <p:nvPr>
            <p:extLst>
              <p:ext uri="{D42A27DB-BD31-4B8C-83A1-F6EECF244321}">
                <p14:modId xmlns:p14="http://schemas.microsoft.com/office/powerpoint/2010/main" val="1514163023"/>
              </p:ext>
            </p:extLst>
          </p:nvPr>
        </p:nvGraphicFramePr>
        <p:xfrm>
          <a:off x="349827" y="3122867"/>
          <a:ext cx="4897582" cy="1417320"/>
        </p:xfrm>
        <a:graphic>
          <a:graphicData uri="http://schemas.openxmlformats.org/drawingml/2006/table">
            <a:tbl>
              <a:tblPr firstRow="1" bandRow="1">
                <a:tableStyleId>{5C22544A-7EE6-4342-B048-85BDC9FD1C3A}</a:tableStyleId>
              </a:tblPr>
              <a:tblGrid>
                <a:gridCol w="2448791">
                  <a:extLst>
                    <a:ext uri="{9D8B030D-6E8A-4147-A177-3AD203B41FA5}">
                      <a16:colId xmlns:a16="http://schemas.microsoft.com/office/drawing/2014/main" val="1898996357"/>
                    </a:ext>
                  </a:extLst>
                </a:gridCol>
                <a:gridCol w="2448791">
                  <a:extLst>
                    <a:ext uri="{9D8B030D-6E8A-4147-A177-3AD203B41FA5}">
                      <a16:colId xmlns:a16="http://schemas.microsoft.com/office/drawing/2014/main" val="3027046765"/>
                    </a:ext>
                  </a:extLst>
                </a:gridCol>
              </a:tblGrid>
              <a:tr h="185420">
                <a:tc>
                  <a:txBody>
                    <a:bodyPr/>
                    <a:lstStyle/>
                    <a:p>
                      <a:r>
                        <a:rPr lang="en-US"/>
                        <a:t>Pros</a:t>
                      </a:r>
                    </a:p>
                  </a:txBody>
                  <a:tcPr/>
                </a:tc>
                <a:tc>
                  <a:txBody>
                    <a:bodyPr/>
                    <a:lstStyle/>
                    <a:p>
                      <a:r>
                        <a:rPr lang="en-US"/>
                        <a:t>Cons</a:t>
                      </a:r>
                    </a:p>
                  </a:txBody>
                  <a:tcPr/>
                </a:tc>
                <a:extLst>
                  <a:ext uri="{0D108BD9-81ED-4DB2-BD59-A6C34878D82A}">
                    <a16:rowId xmlns:a16="http://schemas.microsoft.com/office/drawing/2014/main" val="1927198699"/>
                  </a:ext>
                </a:extLst>
              </a:tr>
              <a:tr h="185420">
                <a:tc>
                  <a:txBody>
                    <a:bodyPr/>
                    <a:lstStyle/>
                    <a:p>
                      <a:r>
                        <a:rPr lang="en-US">
                          <a:solidFill>
                            <a:schemeClr val="bg2">
                              <a:lumMod val="10000"/>
                            </a:schemeClr>
                          </a:solidFill>
                        </a:rPr>
                        <a:t>Takes away duplication of files to reduce space and lower costs due to no duplicate storage size on an ongoing basis.</a:t>
                      </a:r>
                    </a:p>
                  </a:txBody>
                  <a:tcPr/>
                </a:tc>
                <a:tc>
                  <a:txBody>
                    <a:bodyPr/>
                    <a:lstStyle/>
                    <a:p>
                      <a:r>
                        <a:rPr lang="en-US">
                          <a:solidFill>
                            <a:schemeClr val="bg2">
                              <a:lumMod val="10000"/>
                            </a:schemeClr>
                          </a:solidFill>
                        </a:rPr>
                        <a:t>Resync of files needed. Temporary one time additional cost for syncing any existing files to new bucket.</a:t>
                      </a:r>
                    </a:p>
                  </a:txBody>
                  <a:tcPr/>
                </a:tc>
                <a:extLst>
                  <a:ext uri="{0D108BD9-81ED-4DB2-BD59-A6C34878D82A}">
                    <a16:rowId xmlns:a16="http://schemas.microsoft.com/office/drawing/2014/main" val="2601823362"/>
                  </a:ext>
                </a:extLst>
              </a:tr>
            </a:tbl>
          </a:graphicData>
        </a:graphic>
      </p:graphicFrame>
    </p:spTree>
    <p:extLst>
      <p:ext uri="{BB962C8B-B14F-4D97-AF65-F5344CB8AC3E}">
        <p14:creationId xmlns:p14="http://schemas.microsoft.com/office/powerpoint/2010/main" val="22753847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6DD0FC-856D-4B0C-8899-998831B3793F}"/>
              </a:ext>
            </a:extLst>
          </p:cNvPr>
          <p:cNvSpPr>
            <a:spLocks noGrp="1"/>
          </p:cNvSpPr>
          <p:nvPr>
            <p:ph type="title"/>
          </p:nvPr>
        </p:nvSpPr>
        <p:spPr>
          <a:xfrm>
            <a:off x="242237" y="420025"/>
            <a:ext cx="4693446" cy="682400"/>
          </a:xfrm>
        </p:spPr>
        <p:txBody>
          <a:bodyPr/>
          <a:lstStyle/>
          <a:p>
            <a:r>
              <a:rPr lang="en-US">
                <a:cs typeface="Calibri" pitchFamily="34" charset="0"/>
              </a:rPr>
              <a:t>Option 3 – </a:t>
            </a:r>
            <a:r>
              <a:rPr lang="en-US" err="1"/>
              <a:t>FSx</a:t>
            </a:r>
            <a:r>
              <a:rPr lang="en-US"/>
              <a:t> for Windows Server or File Gateway</a:t>
            </a:r>
            <a:br>
              <a:rPr lang="en-US"/>
            </a:br>
            <a:br>
              <a:rPr lang="en-US"/>
            </a:br>
            <a:endParaRPr lang="en-US"/>
          </a:p>
        </p:txBody>
      </p:sp>
      <p:graphicFrame>
        <p:nvGraphicFramePr>
          <p:cNvPr id="4" name="Table 5">
            <a:extLst>
              <a:ext uri="{FF2B5EF4-FFF2-40B4-BE49-F238E27FC236}">
                <a16:creationId xmlns:a16="http://schemas.microsoft.com/office/drawing/2014/main" id="{8F63BE58-8FC4-164C-BDEF-72464C3B88C3}"/>
              </a:ext>
            </a:extLst>
          </p:cNvPr>
          <p:cNvGraphicFramePr>
            <a:graphicFrameLocks noGrp="1"/>
          </p:cNvGraphicFramePr>
          <p:nvPr>
            <p:extLst>
              <p:ext uri="{D42A27DB-BD31-4B8C-83A1-F6EECF244321}">
                <p14:modId xmlns:p14="http://schemas.microsoft.com/office/powerpoint/2010/main" val="944703032"/>
              </p:ext>
            </p:extLst>
          </p:nvPr>
        </p:nvGraphicFramePr>
        <p:xfrm>
          <a:off x="174696" y="829310"/>
          <a:ext cx="5229316" cy="1742440"/>
        </p:xfrm>
        <a:graphic>
          <a:graphicData uri="http://schemas.openxmlformats.org/drawingml/2006/table">
            <a:tbl>
              <a:tblPr firstRow="1" bandRow="1">
                <a:tableStyleId>{5C22544A-7EE6-4342-B048-85BDC9FD1C3A}</a:tableStyleId>
              </a:tblPr>
              <a:tblGrid>
                <a:gridCol w="2614658">
                  <a:extLst>
                    <a:ext uri="{9D8B030D-6E8A-4147-A177-3AD203B41FA5}">
                      <a16:colId xmlns:a16="http://schemas.microsoft.com/office/drawing/2014/main" val="1146860820"/>
                    </a:ext>
                  </a:extLst>
                </a:gridCol>
                <a:gridCol w="2614658">
                  <a:extLst>
                    <a:ext uri="{9D8B030D-6E8A-4147-A177-3AD203B41FA5}">
                      <a16:colId xmlns:a16="http://schemas.microsoft.com/office/drawing/2014/main" val="34913232"/>
                    </a:ext>
                  </a:extLst>
                </a:gridCol>
              </a:tblGrid>
              <a:tr h="370840">
                <a:tc>
                  <a:txBody>
                    <a:bodyPr/>
                    <a:lstStyle/>
                    <a:p>
                      <a:r>
                        <a:rPr lang="en-US" sz="1200"/>
                        <a:t>Proposed Solution</a:t>
                      </a:r>
                    </a:p>
                  </a:txBody>
                  <a:tcPr/>
                </a:tc>
                <a:tc>
                  <a:txBody>
                    <a:bodyPr/>
                    <a:lstStyle/>
                    <a:p>
                      <a:r>
                        <a:rPr lang="en-US" sz="1200"/>
                        <a:t>Constraints</a:t>
                      </a:r>
                    </a:p>
                  </a:txBody>
                  <a:tcPr/>
                </a:tc>
                <a:extLst>
                  <a:ext uri="{0D108BD9-81ED-4DB2-BD59-A6C34878D82A}">
                    <a16:rowId xmlns:a16="http://schemas.microsoft.com/office/drawing/2014/main" val="361279505"/>
                  </a:ext>
                </a:extLst>
              </a:tr>
              <a:tr h="370840">
                <a:tc>
                  <a:txBody>
                    <a:bodyPr/>
                    <a:lstStyle/>
                    <a:p>
                      <a:r>
                        <a:rPr lang="en-US" sz="1200">
                          <a:solidFill>
                            <a:schemeClr val="bg2">
                              <a:lumMod val="10000"/>
                            </a:schemeClr>
                          </a:solidFill>
                        </a:rPr>
                        <a:t>AWS PrivateLink connection could be leveraged over internet for encrypted private low latency path using LAN based addressing to communicate directly to AWS FSx (managed file share service for Windows Server)</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a:solidFill>
                            <a:schemeClr val="bg2">
                              <a:lumMod val="10000"/>
                            </a:schemeClr>
                          </a:solidFill>
                        </a:rPr>
                        <a:t>SDCS still needs versioning to restore files in event of malware, inadvertent deletion or breach of access.</a:t>
                      </a:r>
                    </a:p>
                    <a:p>
                      <a:endParaRPr lang="en-US" sz="1200"/>
                    </a:p>
                  </a:txBody>
                  <a:tcPr/>
                </a:tc>
                <a:extLst>
                  <a:ext uri="{0D108BD9-81ED-4DB2-BD59-A6C34878D82A}">
                    <a16:rowId xmlns:a16="http://schemas.microsoft.com/office/drawing/2014/main" val="326075407"/>
                  </a:ext>
                </a:extLst>
              </a:tr>
            </a:tbl>
          </a:graphicData>
        </a:graphic>
      </p:graphicFrame>
      <p:graphicFrame>
        <p:nvGraphicFramePr>
          <p:cNvPr id="6" name="Table 6">
            <a:extLst>
              <a:ext uri="{FF2B5EF4-FFF2-40B4-BE49-F238E27FC236}">
                <a16:creationId xmlns:a16="http://schemas.microsoft.com/office/drawing/2014/main" id="{0FE58C95-457A-6C49-ADBB-F9680B002EAF}"/>
              </a:ext>
            </a:extLst>
          </p:cNvPr>
          <p:cNvGraphicFramePr>
            <a:graphicFrameLocks noGrp="1"/>
          </p:cNvGraphicFramePr>
          <p:nvPr>
            <p:extLst>
              <p:ext uri="{D42A27DB-BD31-4B8C-83A1-F6EECF244321}">
                <p14:modId xmlns:p14="http://schemas.microsoft.com/office/powerpoint/2010/main" val="3472903693"/>
              </p:ext>
            </p:extLst>
          </p:nvPr>
        </p:nvGraphicFramePr>
        <p:xfrm>
          <a:off x="174696" y="2676665"/>
          <a:ext cx="5229316" cy="2468880"/>
        </p:xfrm>
        <a:graphic>
          <a:graphicData uri="http://schemas.openxmlformats.org/drawingml/2006/table">
            <a:tbl>
              <a:tblPr firstRow="1" bandRow="1">
                <a:tableStyleId>{5C22544A-7EE6-4342-B048-85BDC9FD1C3A}</a:tableStyleId>
              </a:tblPr>
              <a:tblGrid>
                <a:gridCol w="2614658">
                  <a:extLst>
                    <a:ext uri="{9D8B030D-6E8A-4147-A177-3AD203B41FA5}">
                      <a16:colId xmlns:a16="http://schemas.microsoft.com/office/drawing/2014/main" val="1898996357"/>
                    </a:ext>
                  </a:extLst>
                </a:gridCol>
                <a:gridCol w="2614658">
                  <a:extLst>
                    <a:ext uri="{9D8B030D-6E8A-4147-A177-3AD203B41FA5}">
                      <a16:colId xmlns:a16="http://schemas.microsoft.com/office/drawing/2014/main" val="3027046765"/>
                    </a:ext>
                  </a:extLst>
                </a:gridCol>
              </a:tblGrid>
              <a:tr h="0">
                <a:tc>
                  <a:txBody>
                    <a:bodyPr/>
                    <a:lstStyle/>
                    <a:p>
                      <a:r>
                        <a:rPr lang="en-US" sz="1200"/>
                        <a:t>Pros</a:t>
                      </a:r>
                    </a:p>
                  </a:txBody>
                  <a:tcPr/>
                </a:tc>
                <a:tc>
                  <a:txBody>
                    <a:bodyPr/>
                    <a:lstStyle/>
                    <a:p>
                      <a:r>
                        <a:rPr lang="en-US" sz="1200"/>
                        <a:t>Cons</a:t>
                      </a:r>
                    </a:p>
                  </a:txBody>
                  <a:tcPr/>
                </a:tc>
                <a:extLst>
                  <a:ext uri="{0D108BD9-81ED-4DB2-BD59-A6C34878D82A}">
                    <a16:rowId xmlns:a16="http://schemas.microsoft.com/office/drawing/2014/main" val="1927198699"/>
                  </a:ext>
                </a:extLst>
              </a:tr>
              <a:tr h="185420">
                <a:tc rowSpan="2">
                  <a:txBody>
                    <a:bodyPr/>
                    <a:lstStyle/>
                    <a:p>
                      <a:r>
                        <a:rPr lang="en-US" sz="1200">
                          <a:solidFill>
                            <a:schemeClr val="bg2">
                              <a:lumMod val="10000"/>
                            </a:schemeClr>
                          </a:solidFill>
                        </a:rPr>
                        <a:t>Solves versioning as you could leverage backups to restore single files. Reduces cost of duplicated versions.</a:t>
                      </a:r>
                    </a:p>
                  </a:txBody>
                  <a:tcPr/>
                </a:tc>
                <a:tc>
                  <a:txBody>
                    <a:bodyPr/>
                    <a:lstStyle/>
                    <a:p>
                      <a:r>
                        <a:rPr lang="en-US" sz="1200">
                          <a:solidFill>
                            <a:schemeClr val="bg2">
                              <a:lumMod val="10000"/>
                            </a:schemeClr>
                          </a:solidFill>
                        </a:rPr>
                        <a:t>Each file system has a limitation of 64TB. Sizing would be difficult to manage multiple file systems at scale. Labor cost increase of management at scale of many file systems.</a:t>
                      </a:r>
                    </a:p>
                  </a:txBody>
                  <a:tcPr/>
                </a:tc>
                <a:extLst>
                  <a:ext uri="{0D108BD9-81ED-4DB2-BD59-A6C34878D82A}">
                    <a16:rowId xmlns:a16="http://schemas.microsoft.com/office/drawing/2014/main" val="2601823362"/>
                  </a:ext>
                </a:extLst>
              </a:tr>
              <a:tr h="185420">
                <a:tc vMerge="1">
                  <a:txBody>
                    <a:bodyPr/>
                    <a:lstStyle/>
                    <a:p>
                      <a:endParaRPr lang="en-US">
                        <a:solidFill>
                          <a:schemeClr val="bg2">
                            <a:lumMod val="10000"/>
                          </a:schemeClr>
                        </a:solidFill>
                      </a:endParaRP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a:solidFill>
                            <a:schemeClr val="bg2">
                              <a:lumMod val="10000"/>
                            </a:schemeClr>
                          </a:solidFill>
                        </a:rPr>
                        <a:t>The pricing is much higher for FSx multi-AZ redundancy and much higher cost than S3. Throughput costs more the higher you go in Mbps.</a:t>
                      </a:r>
                    </a:p>
                  </a:txBody>
                  <a:tcPr/>
                </a:tc>
                <a:extLst>
                  <a:ext uri="{0D108BD9-81ED-4DB2-BD59-A6C34878D82A}">
                    <a16:rowId xmlns:a16="http://schemas.microsoft.com/office/drawing/2014/main" val="1136830341"/>
                  </a:ext>
                </a:extLst>
              </a:tr>
            </a:tbl>
          </a:graphicData>
        </a:graphic>
      </p:graphicFrame>
    </p:spTree>
    <p:extLst>
      <p:ext uri="{BB962C8B-B14F-4D97-AF65-F5344CB8AC3E}">
        <p14:creationId xmlns:p14="http://schemas.microsoft.com/office/powerpoint/2010/main" val="37703410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6DD0FC-856D-4B0C-8899-998831B3793F}"/>
              </a:ext>
            </a:extLst>
          </p:cNvPr>
          <p:cNvSpPr>
            <a:spLocks noGrp="1"/>
          </p:cNvSpPr>
          <p:nvPr>
            <p:ph type="title"/>
          </p:nvPr>
        </p:nvSpPr>
        <p:spPr/>
        <p:txBody>
          <a:bodyPr/>
          <a:lstStyle/>
          <a:p>
            <a:r>
              <a:rPr lang="en-US">
                <a:cs typeface="Calibri" pitchFamily="34" charset="0"/>
              </a:rPr>
              <a:t>Option 4 - </a:t>
            </a:r>
            <a:r>
              <a:rPr lang="en-US"/>
              <a:t>Move to </a:t>
            </a:r>
            <a:r>
              <a:rPr lang="en-US" err="1"/>
              <a:t>Evidence.com</a:t>
            </a:r>
            <a:br>
              <a:rPr lang="en-US"/>
            </a:br>
            <a:endParaRPr lang="en-US"/>
          </a:p>
        </p:txBody>
      </p:sp>
      <p:graphicFrame>
        <p:nvGraphicFramePr>
          <p:cNvPr id="4" name="Table 5">
            <a:extLst>
              <a:ext uri="{FF2B5EF4-FFF2-40B4-BE49-F238E27FC236}">
                <a16:creationId xmlns:a16="http://schemas.microsoft.com/office/drawing/2014/main" id="{C8C8E7C4-7AEA-544C-9737-06090FAD24AD}"/>
              </a:ext>
            </a:extLst>
          </p:cNvPr>
          <p:cNvGraphicFramePr>
            <a:graphicFrameLocks noGrp="1"/>
          </p:cNvGraphicFramePr>
          <p:nvPr>
            <p:extLst>
              <p:ext uri="{D42A27DB-BD31-4B8C-83A1-F6EECF244321}">
                <p14:modId xmlns:p14="http://schemas.microsoft.com/office/powerpoint/2010/main" val="126203830"/>
              </p:ext>
            </p:extLst>
          </p:nvPr>
        </p:nvGraphicFramePr>
        <p:xfrm>
          <a:off x="140168" y="857364"/>
          <a:ext cx="5387796" cy="1490980"/>
        </p:xfrm>
        <a:graphic>
          <a:graphicData uri="http://schemas.openxmlformats.org/drawingml/2006/table">
            <a:tbl>
              <a:tblPr firstRow="1" bandRow="1">
                <a:tableStyleId>{5C22544A-7EE6-4342-B048-85BDC9FD1C3A}</a:tableStyleId>
              </a:tblPr>
              <a:tblGrid>
                <a:gridCol w="2693898">
                  <a:extLst>
                    <a:ext uri="{9D8B030D-6E8A-4147-A177-3AD203B41FA5}">
                      <a16:colId xmlns:a16="http://schemas.microsoft.com/office/drawing/2014/main" val="1146860820"/>
                    </a:ext>
                  </a:extLst>
                </a:gridCol>
                <a:gridCol w="2693898">
                  <a:extLst>
                    <a:ext uri="{9D8B030D-6E8A-4147-A177-3AD203B41FA5}">
                      <a16:colId xmlns:a16="http://schemas.microsoft.com/office/drawing/2014/main" val="34913232"/>
                    </a:ext>
                  </a:extLst>
                </a:gridCol>
              </a:tblGrid>
              <a:tr h="370840">
                <a:tc>
                  <a:txBody>
                    <a:bodyPr/>
                    <a:lstStyle/>
                    <a:p>
                      <a:r>
                        <a:rPr lang="en-US"/>
                        <a:t>Proposed Solution</a:t>
                      </a:r>
                    </a:p>
                  </a:txBody>
                  <a:tcPr/>
                </a:tc>
                <a:tc>
                  <a:txBody>
                    <a:bodyPr/>
                    <a:lstStyle/>
                    <a:p>
                      <a:r>
                        <a:rPr lang="en-US"/>
                        <a:t>Constraints</a:t>
                      </a:r>
                    </a:p>
                  </a:txBody>
                  <a:tcPr/>
                </a:tc>
                <a:extLst>
                  <a:ext uri="{0D108BD9-81ED-4DB2-BD59-A6C34878D82A}">
                    <a16:rowId xmlns:a16="http://schemas.microsoft.com/office/drawing/2014/main" val="361279505"/>
                  </a:ext>
                </a:extLst>
              </a:tr>
              <a:tr h="370840">
                <a:tc>
                  <a:txBody>
                    <a:bodyPr/>
                    <a:lstStyle/>
                    <a:p>
                      <a:r>
                        <a:rPr lang="en-US">
                          <a:solidFill>
                            <a:schemeClr val="bg2">
                              <a:lumMod val="10000"/>
                            </a:schemeClr>
                          </a:solidFill>
                        </a:rPr>
                        <a:t>Move to Evidence.com</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solidFill>
                            <a:schemeClr val="bg2">
                              <a:lumMod val="10000"/>
                            </a:schemeClr>
                          </a:solidFill>
                        </a:rPr>
                        <a:t>SDCS still needs versioning to restore files in event of malware, inadvertent deletion or breach of access.</a:t>
                      </a:r>
                    </a:p>
                    <a:p>
                      <a:endParaRPr lang="en-US"/>
                    </a:p>
                  </a:txBody>
                  <a:tcPr/>
                </a:tc>
                <a:extLst>
                  <a:ext uri="{0D108BD9-81ED-4DB2-BD59-A6C34878D82A}">
                    <a16:rowId xmlns:a16="http://schemas.microsoft.com/office/drawing/2014/main" val="326075407"/>
                  </a:ext>
                </a:extLst>
              </a:tr>
            </a:tbl>
          </a:graphicData>
        </a:graphic>
      </p:graphicFrame>
      <p:graphicFrame>
        <p:nvGraphicFramePr>
          <p:cNvPr id="6" name="Table 6">
            <a:extLst>
              <a:ext uri="{FF2B5EF4-FFF2-40B4-BE49-F238E27FC236}">
                <a16:creationId xmlns:a16="http://schemas.microsoft.com/office/drawing/2014/main" id="{F427D71F-ECD4-2F4D-ACDC-D28F4BB276FA}"/>
              </a:ext>
            </a:extLst>
          </p:cNvPr>
          <p:cNvGraphicFramePr>
            <a:graphicFrameLocks noGrp="1"/>
          </p:cNvGraphicFramePr>
          <p:nvPr>
            <p:extLst>
              <p:ext uri="{D42A27DB-BD31-4B8C-83A1-F6EECF244321}">
                <p14:modId xmlns:p14="http://schemas.microsoft.com/office/powerpoint/2010/main" val="1290033985"/>
              </p:ext>
            </p:extLst>
          </p:nvPr>
        </p:nvGraphicFramePr>
        <p:xfrm>
          <a:off x="140167" y="2421478"/>
          <a:ext cx="5387796" cy="1920240"/>
        </p:xfrm>
        <a:graphic>
          <a:graphicData uri="http://schemas.openxmlformats.org/drawingml/2006/table">
            <a:tbl>
              <a:tblPr firstRow="1" bandRow="1">
                <a:tableStyleId>{5C22544A-7EE6-4342-B048-85BDC9FD1C3A}</a:tableStyleId>
              </a:tblPr>
              <a:tblGrid>
                <a:gridCol w="2693898">
                  <a:extLst>
                    <a:ext uri="{9D8B030D-6E8A-4147-A177-3AD203B41FA5}">
                      <a16:colId xmlns:a16="http://schemas.microsoft.com/office/drawing/2014/main" val="1898996357"/>
                    </a:ext>
                  </a:extLst>
                </a:gridCol>
                <a:gridCol w="2693898">
                  <a:extLst>
                    <a:ext uri="{9D8B030D-6E8A-4147-A177-3AD203B41FA5}">
                      <a16:colId xmlns:a16="http://schemas.microsoft.com/office/drawing/2014/main" val="3027046765"/>
                    </a:ext>
                  </a:extLst>
                </a:gridCol>
              </a:tblGrid>
              <a:tr h="185420">
                <a:tc>
                  <a:txBody>
                    <a:bodyPr/>
                    <a:lstStyle/>
                    <a:p>
                      <a:r>
                        <a:rPr lang="en-US"/>
                        <a:t>Pros</a:t>
                      </a:r>
                    </a:p>
                  </a:txBody>
                  <a:tcPr/>
                </a:tc>
                <a:tc>
                  <a:txBody>
                    <a:bodyPr/>
                    <a:lstStyle/>
                    <a:p>
                      <a:r>
                        <a:rPr lang="en-US"/>
                        <a:t>Cons</a:t>
                      </a:r>
                    </a:p>
                  </a:txBody>
                  <a:tcPr/>
                </a:tc>
                <a:extLst>
                  <a:ext uri="{0D108BD9-81ED-4DB2-BD59-A6C34878D82A}">
                    <a16:rowId xmlns:a16="http://schemas.microsoft.com/office/drawing/2014/main" val="1927198699"/>
                  </a:ext>
                </a:extLst>
              </a:tr>
              <a:tr h="185420">
                <a:tc rowSpan="2">
                  <a:txBody>
                    <a:bodyPr/>
                    <a:lstStyle/>
                    <a:p>
                      <a:r>
                        <a:rPr lang="en-US">
                          <a:solidFill>
                            <a:schemeClr val="bg2">
                              <a:lumMod val="10000"/>
                            </a:schemeClr>
                          </a:solidFill>
                        </a:rPr>
                        <a:t>This is an option that would allow for all chain of custody to be relayed and no duplicate versions as its native to the application ecosystem provided by Axon. </a:t>
                      </a:r>
                    </a:p>
                  </a:txBody>
                  <a:tcPr/>
                </a:tc>
                <a:tc>
                  <a:txBody>
                    <a:bodyPr/>
                    <a:lstStyle/>
                    <a:p>
                      <a:r>
                        <a:rPr lang="en-US">
                          <a:solidFill>
                            <a:schemeClr val="bg2">
                              <a:lumMod val="10000"/>
                            </a:schemeClr>
                          </a:solidFill>
                        </a:rPr>
                        <a:t>Expensive cost prohibitive pay per retrieval and size.</a:t>
                      </a:r>
                    </a:p>
                  </a:txBody>
                  <a:tcPr/>
                </a:tc>
                <a:extLst>
                  <a:ext uri="{0D108BD9-81ED-4DB2-BD59-A6C34878D82A}">
                    <a16:rowId xmlns:a16="http://schemas.microsoft.com/office/drawing/2014/main" val="2601823362"/>
                  </a:ext>
                </a:extLst>
              </a:tr>
              <a:tr h="185420">
                <a:tc vMerge="1">
                  <a:txBody>
                    <a:bodyPr/>
                    <a:lstStyle/>
                    <a:p>
                      <a:endParaRPr lang="en-US">
                        <a:solidFill>
                          <a:schemeClr val="bg2">
                            <a:lumMod val="10000"/>
                          </a:schemeClr>
                        </a:solidFill>
                      </a:endParaRP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solidFill>
                            <a:schemeClr val="bg2">
                              <a:lumMod val="10000"/>
                            </a:schemeClr>
                          </a:solidFill>
                        </a:rPr>
                        <a:t>Axon uses its own data centers, so there is no mimicked services to cloud providers. It appears to be all proprietary services they are offering designed in-house.</a:t>
                      </a:r>
                    </a:p>
                  </a:txBody>
                  <a:tcPr/>
                </a:tc>
                <a:extLst>
                  <a:ext uri="{0D108BD9-81ED-4DB2-BD59-A6C34878D82A}">
                    <a16:rowId xmlns:a16="http://schemas.microsoft.com/office/drawing/2014/main" val="652489915"/>
                  </a:ext>
                </a:extLst>
              </a:tr>
            </a:tbl>
          </a:graphicData>
        </a:graphic>
      </p:graphicFrame>
    </p:spTree>
    <p:extLst>
      <p:ext uri="{BB962C8B-B14F-4D97-AF65-F5344CB8AC3E}">
        <p14:creationId xmlns:p14="http://schemas.microsoft.com/office/powerpoint/2010/main" val="31162059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6DD0FC-856D-4B0C-8899-998831B3793F}"/>
              </a:ext>
            </a:extLst>
          </p:cNvPr>
          <p:cNvSpPr>
            <a:spLocks noGrp="1"/>
          </p:cNvSpPr>
          <p:nvPr>
            <p:ph type="title"/>
          </p:nvPr>
        </p:nvSpPr>
        <p:spPr/>
        <p:txBody>
          <a:bodyPr/>
          <a:lstStyle/>
          <a:p>
            <a:r>
              <a:rPr lang="en-US">
                <a:cs typeface="Calibri" pitchFamily="34" charset="0"/>
              </a:rPr>
              <a:t>Option 5 – Suspend on Bucket</a:t>
            </a:r>
            <a:endParaRPr lang="en-US"/>
          </a:p>
        </p:txBody>
      </p:sp>
      <p:graphicFrame>
        <p:nvGraphicFramePr>
          <p:cNvPr id="4" name="Table 5">
            <a:extLst>
              <a:ext uri="{FF2B5EF4-FFF2-40B4-BE49-F238E27FC236}">
                <a16:creationId xmlns:a16="http://schemas.microsoft.com/office/drawing/2014/main" id="{32190AEB-57CE-774F-BEBE-96F9EFF79AE0}"/>
              </a:ext>
            </a:extLst>
          </p:cNvPr>
          <p:cNvGraphicFramePr>
            <a:graphicFrameLocks noGrp="1"/>
          </p:cNvGraphicFramePr>
          <p:nvPr>
            <p:extLst>
              <p:ext uri="{D42A27DB-BD31-4B8C-83A1-F6EECF244321}">
                <p14:modId xmlns:p14="http://schemas.microsoft.com/office/powerpoint/2010/main" val="1652516969"/>
              </p:ext>
            </p:extLst>
          </p:nvPr>
        </p:nvGraphicFramePr>
        <p:xfrm>
          <a:off x="355023" y="1404281"/>
          <a:ext cx="4897582" cy="1490980"/>
        </p:xfrm>
        <a:graphic>
          <a:graphicData uri="http://schemas.openxmlformats.org/drawingml/2006/table">
            <a:tbl>
              <a:tblPr firstRow="1" bandRow="1">
                <a:tableStyleId>{5C22544A-7EE6-4342-B048-85BDC9FD1C3A}</a:tableStyleId>
              </a:tblPr>
              <a:tblGrid>
                <a:gridCol w="2448791">
                  <a:extLst>
                    <a:ext uri="{9D8B030D-6E8A-4147-A177-3AD203B41FA5}">
                      <a16:colId xmlns:a16="http://schemas.microsoft.com/office/drawing/2014/main" val="1146860820"/>
                    </a:ext>
                  </a:extLst>
                </a:gridCol>
                <a:gridCol w="2448791">
                  <a:extLst>
                    <a:ext uri="{9D8B030D-6E8A-4147-A177-3AD203B41FA5}">
                      <a16:colId xmlns:a16="http://schemas.microsoft.com/office/drawing/2014/main" val="34913232"/>
                    </a:ext>
                  </a:extLst>
                </a:gridCol>
              </a:tblGrid>
              <a:tr h="370840">
                <a:tc>
                  <a:txBody>
                    <a:bodyPr/>
                    <a:lstStyle/>
                    <a:p>
                      <a:r>
                        <a:rPr lang="en-US"/>
                        <a:t>Proposed Solution</a:t>
                      </a:r>
                    </a:p>
                  </a:txBody>
                  <a:tcPr/>
                </a:tc>
                <a:tc>
                  <a:txBody>
                    <a:bodyPr/>
                    <a:lstStyle/>
                    <a:p>
                      <a:r>
                        <a:rPr lang="en-US"/>
                        <a:t>Constraints</a:t>
                      </a:r>
                    </a:p>
                  </a:txBody>
                  <a:tcPr/>
                </a:tc>
                <a:extLst>
                  <a:ext uri="{0D108BD9-81ED-4DB2-BD59-A6C34878D82A}">
                    <a16:rowId xmlns:a16="http://schemas.microsoft.com/office/drawing/2014/main" val="361279505"/>
                  </a:ext>
                </a:extLst>
              </a:tr>
              <a:tr h="370840">
                <a:tc>
                  <a:txBody>
                    <a:bodyPr/>
                    <a:lstStyle/>
                    <a:p>
                      <a:r>
                        <a:rPr lang="en-US">
                          <a:solidFill>
                            <a:schemeClr val="bg2">
                              <a:lumMod val="10000"/>
                            </a:schemeClr>
                          </a:solidFill>
                        </a:rPr>
                        <a:t>Suspend versioning on the S3 bucket where Commander files get pushed to by Storage Gateway.</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solidFill>
                            <a:schemeClr val="bg2">
                              <a:lumMod val="10000"/>
                            </a:schemeClr>
                          </a:solidFill>
                        </a:rPr>
                        <a:t>SDCS still needs versioning to restore files in event of malware, inadvertent deletion or breach of access.</a:t>
                      </a:r>
                    </a:p>
                    <a:p>
                      <a:endParaRPr lang="en-US"/>
                    </a:p>
                  </a:txBody>
                  <a:tcPr/>
                </a:tc>
                <a:extLst>
                  <a:ext uri="{0D108BD9-81ED-4DB2-BD59-A6C34878D82A}">
                    <a16:rowId xmlns:a16="http://schemas.microsoft.com/office/drawing/2014/main" val="326075407"/>
                  </a:ext>
                </a:extLst>
              </a:tr>
            </a:tbl>
          </a:graphicData>
        </a:graphic>
      </p:graphicFrame>
      <p:graphicFrame>
        <p:nvGraphicFramePr>
          <p:cNvPr id="6" name="Table 6">
            <a:extLst>
              <a:ext uri="{FF2B5EF4-FFF2-40B4-BE49-F238E27FC236}">
                <a16:creationId xmlns:a16="http://schemas.microsoft.com/office/drawing/2014/main" id="{4933C5C3-5AF8-E949-A384-522CC2E5C495}"/>
              </a:ext>
            </a:extLst>
          </p:cNvPr>
          <p:cNvGraphicFramePr>
            <a:graphicFrameLocks noGrp="1"/>
          </p:cNvGraphicFramePr>
          <p:nvPr>
            <p:extLst>
              <p:ext uri="{D42A27DB-BD31-4B8C-83A1-F6EECF244321}">
                <p14:modId xmlns:p14="http://schemas.microsoft.com/office/powerpoint/2010/main" val="1292120807"/>
              </p:ext>
            </p:extLst>
          </p:nvPr>
        </p:nvGraphicFramePr>
        <p:xfrm>
          <a:off x="355023" y="3228169"/>
          <a:ext cx="4897582" cy="1005840"/>
        </p:xfrm>
        <a:graphic>
          <a:graphicData uri="http://schemas.openxmlformats.org/drawingml/2006/table">
            <a:tbl>
              <a:tblPr firstRow="1" bandRow="1">
                <a:tableStyleId>{5C22544A-7EE6-4342-B048-85BDC9FD1C3A}</a:tableStyleId>
              </a:tblPr>
              <a:tblGrid>
                <a:gridCol w="2448791">
                  <a:extLst>
                    <a:ext uri="{9D8B030D-6E8A-4147-A177-3AD203B41FA5}">
                      <a16:colId xmlns:a16="http://schemas.microsoft.com/office/drawing/2014/main" val="1898996357"/>
                    </a:ext>
                  </a:extLst>
                </a:gridCol>
                <a:gridCol w="2448791">
                  <a:extLst>
                    <a:ext uri="{9D8B030D-6E8A-4147-A177-3AD203B41FA5}">
                      <a16:colId xmlns:a16="http://schemas.microsoft.com/office/drawing/2014/main" val="3027046765"/>
                    </a:ext>
                  </a:extLst>
                </a:gridCol>
              </a:tblGrid>
              <a:tr h="185420">
                <a:tc>
                  <a:txBody>
                    <a:bodyPr/>
                    <a:lstStyle/>
                    <a:p>
                      <a:r>
                        <a:rPr lang="en-US"/>
                        <a:t>Pros</a:t>
                      </a:r>
                    </a:p>
                  </a:txBody>
                  <a:tcPr/>
                </a:tc>
                <a:tc>
                  <a:txBody>
                    <a:bodyPr/>
                    <a:lstStyle/>
                    <a:p>
                      <a:r>
                        <a:rPr lang="en-US"/>
                        <a:t>Cons</a:t>
                      </a:r>
                    </a:p>
                  </a:txBody>
                  <a:tcPr/>
                </a:tc>
                <a:extLst>
                  <a:ext uri="{0D108BD9-81ED-4DB2-BD59-A6C34878D82A}">
                    <a16:rowId xmlns:a16="http://schemas.microsoft.com/office/drawing/2014/main" val="1927198699"/>
                  </a:ext>
                </a:extLst>
              </a:tr>
              <a:tr h="185420">
                <a:tc>
                  <a:txBody>
                    <a:bodyPr/>
                    <a:lstStyle/>
                    <a:p>
                      <a:r>
                        <a:rPr lang="en-US">
                          <a:solidFill>
                            <a:schemeClr val="bg2">
                              <a:lumMod val="10000"/>
                            </a:schemeClr>
                          </a:solidFill>
                        </a:rPr>
                        <a:t>Takes away duplication of files to reduce space and lower costs.</a:t>
                      </a:r>
                    </a:p>
                  </a:txBody>
                  <a:tcPr/>
                </a:tc>
                <a:tc>
                  <a:txBody>
                    <a:bodyPr/>
                    <a:lstStyle/>
                    <a:p>
                      <a:r>
                        <a:rPr lang="en-US">
                          <a:solidFill>
                            <a:schemeClr val="bg2">
                              <a:lumMod val="10000"/>
                            </a:schemeClr>
                          </a:solidFill>
                        </a:rPr>
                        <a:t>Versioning is turned off, so if versioning is needed this introduces a challenge.</a:t>
                      </a:r>
                    </a:p>
                  </a:txBody>
                  <a:tcPr/>
                </a:tc>
                <a:extLst>
                  <a:ext uri="{0D108BD9-81ED-4DB2-BD59-A6C34878D82A}">
                    <a16:rowId xmlns:a16="http://schemas.microsoft.com/office/drawing/2014/main" val="2601823362"/>
                  </a:ext>
                </a:extLst>
              </a:tr>
            </a:tbl>
          </a:graphicData>
        </a:graphic>
      </p:graphicFrame>
    </p:spTree>
    <p:extLst>
      <p:ext uri="{BB962C8B-B14F-4D97-AF65-F5344CB8AC3E}">
        <p14:creationId xmlns:p14="http://schemas.microsoft.com/office/powerpoint/2010/main" val="17181285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6DD0FC-856D-4B0C-8899-998831B3793F}"/>
              </a:ext>
            </a:extLst>
          </p:cNvPr>
          <p:cNvSpPr>
            <a:spLocks noGrp="1"/>
          </p:cNvSpPr>
          <p:nvPr>
            <p:ph type="title"/>
          </p:nvPr>
        </p:nvSpPr>
        <p:spPr/>
        <p:txBody>
          <a:bodyPr/>
          <a:lstStyle/>
          <a:p>
            <a:r>
              <a:rPr lang="en-US">
                <a:cs typeface="Calibri" pitchFamily="34" charset="0"/>
              </a:rPr>
              <a:t>Option 6 - </a:t>
            </a:r>
            <a:r>
              <a:rPr lang="en-US"/>
              <a:t>Manually moved files to S3</a:t>
            </a:r>
          </a:p>
        </p:txBody>
      </p:sp>
      <p:graphicFrame>
        <p:nvGraphicFramePr>
          <p:cNvPr id="4" name="Table 5">
            <a:extLst>
              <a:ext uri="{FF2B5EF4-FFF2-40B4-BE49-F238E27FC236}">
                <a16:creationId xmlns:a16="http://schemas.microsoft.com/office/drawing/2014/main" id="{27A4022B-D708-6A4F-96AE-968804E9F37D}"/>
              </a:ext>
            </a:extLst>
          </p:cNvPr>
          <p:cNvGraphicFramePr>
            <a:graphicFrameLocks noGrp="1"/>
          </p:cNvGraphicFramePr>
          <p:nvPr>
            <p:extLst>
              <p:ext uri="{D42A27DB-BD31-4B8C-83A1-F6EECF244321}">
                <p14:modId xmlns:p14="http://schemas.microsoft.com/office/powerpoint/2010/main" val="1146352209"/>
              </p:ext>
            </p:extLst>
          </p:nvPr>
        </p:nvGraphicFramePr>
        <p:xfrm>
          <a:off x="38099" y="902232"/>
          <a:ext cx="5614556" cy="1250569"/>
        </p:xfrm>
        <a:graphic>
          <a:graphicData uri="http://schemas.openxmlformats.org/drawingml/2006/table">
            <a:tbl>
              <a:tblPr firstRow="1" bandRow="1">
                <a:tableStyleId>{5C22544A-7EE6-4342-B048-85BDC9FD1C3A}</a:tableStyleId>
              </a:tblPr>
              <a:tblGrid>
                <a:gridCol w="2807278">
                  <a:extLst>
                    <a:ext uri="{9D8B030D-6E8A-4147-A177-3AD203B41FA5}">
                      <a16:colId xmlns:a16="http://schemas.microsoft.com/office/drawing/2014/main" val="1146860820"/>
                    </a:ext>
                  </a:extLst>
                </a:gridCol>
                <a:gridCol w="2807278">
                  <a:extLst>
                    <a:ext uri="{9D8B030D-6E8A-4147-A177-3AD203B41FA5}">
                      <a16:colId xmlns:a16="http://schemas.microsoft.com/office/drawing/2014/main" val="34913232"/>
                    </a:ext>
                  </a:extLst>
                </a:gridCol>
              </a:tblGrid>
              <a:tr h="241265">
                <a:tc>
                  <a:txBody>
                    <a:bodyPr/>
                    <a:lstStyle/>
                    <a:p>
                      <a:r>
                        <a:rPr lang="en-US" sz="1200"/>
                        <a:t>Proposed Solution</a:t>
                      </a:r>
                    </a:p>
                  </a:txBody>
                  <a:tcPr/>
                </a:tc>
                <a:tc>
                  <a:txBody>
                    <a:bodyPr/>
                    <a:lstStyle/>
                    <a:p>
                      <a:r>
                        <a:rPr lang="en-US" sz="1200"/>
                        <a:t>Constraints</a:t>
                      </a:r>
                    </a:p>
                  </a:txBody>
                  <a:tcPr/>
                </a:tc>
                <a:extLst>
                  <a:ext uri="{0D108BD9-81ED-4DB2-BD59-A6C34878D82A}">
                    <a16:rowId xmlns:a16="http://schemas.microsoft.com/office/drawing/2014/main" val="361279505"/>
                  </a:ext>
                </a:extLst>
              </a:tr>
              <a:tr h="976249">
                <a:tc>
                  <a:txBody>
                    <a:bodyPr/>
                    <a:lstStyle/>
                    <a:p>
                      <a:r>
                        <a:rPr lang="en-US" sz="1200">
                          <a:solidFill>
                            <a:schemeClr val="bg2">
                              <a:lumMod val="10000"/>
                            </a:schemeClr>
                          </a:solidFill>
                        </a:rPr>
                        <a:t>Files would be copied manually at scheduled interval to S3 bucket. When not going through storage gateway no duplicate version is created.</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a:solidFill>
                            <a:schemeClr val="bg2">
                              <a:lumMod val="10000"/>
                            </a:schemeClr>
                          </a:solidFill>
                        </a:rPr>
                        <a:t>SDCS still needs versioning to restore files in event of malware, inadvertent deletion or breach of access.</a:t>
                      </a:r>
                    </a:p>
                    <a:p>
                      <a:endParaRPr lang="en-US" sz="1200"/>
                    </a:p>
                  </a:txBody>
                  <a:tcPr/>
                </a:tc>
                <a:extLst>
                  <a:ext uri="{0D108BD9-81ED-4DB2-BD59-A6C34878D82A}">
                    <a16:rowId xmlns:a16="http://schemas.microsoft.com/office/drawing/2014/main" val="326075407"/>
                  </a:ext>
                </a:extLst>
              </a:tr>
            </a:tbl>
          </a:graphicData>
        </a:graphic>
      </p:graphicFrame>
      <p:graphicFrame>
        <p:nvGraphicFramePr>
          <p:cNvPr id="6" name="Table 6">
            <a:extLst>
              <a:ext uri="{FF2B5EF4-FFF2-40B4-BE49-F238E27FC236}">
                <a16:creationId xmlns:a16="http://schemas.microsoft.com/office/drawing/2014/main" id="{EDCBD102-406A-DF41-9BEC-A77B98481A68}"/>
              </a:ext>
            </a:extLst>
          </p:cNvPr>
          <p:cNvGraphicFramePr>
            <a:graphicFrameLocks noGrp="1"/>
          </p:cNvGraphicFramePr>
          <p:nvPr>
            <p:extLst>
              <p:ext uri="{D42A27DB-BD31-4B8C-83A1-F6EECF244321}">
                <p14:modId xmlns:p14="http://schemas.microsoft.com/office/powerpoint/2010/main" val="2370407523"/>
              </p:ext>
            </p:extLst>
          </p:nvPr>
        </p:nvGraphicFramePr>
        <p:xfrm>
          <a:off x="38099" y="2230329"/>
          <a:ext cx="5614556" cy="2560567"/>
        </p:xfrm>
        <a:graphic>
          <a:graphicData uri="http://schemas.openxmlformats.org/drawingml/2006/table">
            <a:tbl>
              <a:tblPr firstRow="1" bandRow="1">
                <a:tableStyleId>{5C22544A-7EE6-4342-B048-85BDC9FD1C3A}</a:tableStyleId>
              </a:tblPr>
              <a:tblGrid>
                <a:gridCol w="2807278">
                  <a:extLst>
                    <a:ext uri="{9D8B030D-6E8A-4147-A177-3AD203B41FA5}">
                      <a16:colId xmlns:a16="http://schemas.microsoft.com/office/drawing/2014/main" val="1898996357"/>
                    </a:ext>
                  </a:extLst>
                </a:gridCol>
                <a:gridCol w="2807278">
                  <a:extLst>
                    <a:ext uri="{9D8B030D-6E8A-4147-A177-3AD203B41FA5}">
                      <a16:colId xmlns:a16="http://schemas.microsoft.com/office/drawing/2014/main" val="3027046765"/>
                    </a:ext>
                  </a:extLst>
                </a:gridCol>
              </a:tblGrid>
              <a:tr h="260059">
                <a:tc>
                  <a:txBody>
                    <a:bodyPr/>
                    <a:lstStyle/>
                    <a:p>
                      <a:r>
                        <a:rPr lang="en-US" sz="1200"/>
                        <a:t>Pros</a:t>
                      </a:r>
                    </a:p>
                  </a:txBody>
                  <a:tcPr/>
                </a:tc>
                <a:tc>
                  <a:txBody>
                    <a:bodyPr/>
                    <a:lstStyle/>
                    <a:p>
                      <a:r>
                        <a:rPr lang="en-US" sz="1200"/>
                        <a:t>Cons</a:t>
                      </a:r>
                    </a:p>
                  </a:txBody>
                  <a:tcPr/>
                </a:tc>
                <a:extLst>
                  <a:ext uri="{0D108BD9-81ED-4DB2-BD59-A6C34878D82A}">
                    <a16:rowId xmlns:a16="http://schemas.microsoft.com/office/drawing/2014/main" val="1927198699"/>
                  </a:ext>
                </a:extLst>
              </a:tr>
              <a:tr h="780177">
                <a:tc rowSpan="3">
                  <a:txBody>
                    <a:bodyPr/>
                    <a:lstStyle/>
                    <a:p>
                      <a:r>
                        <a:rPr lang="en-US" sz="1200">
                          <a:solidFill>
                            <a:schemeClr val="bg2">
                              <a:lumMod val="10000"/>
                            </a:schemeClr>
                          </a:solidFill>
                        </a:rPr>
                        <a:t>Solves versioning issue. Reduces ongoing cost as files are not duplicated by storage gateway.</a:t>
                      </a:r>
                    </a:p>
                  </a:txBody>
                  <a:tcPr/>
                </a:tc>
                <a:tc>
                  <a:txBody>
                    <a:bodyPr/>
                    <a:lstStyle/>
                    <a:p>
                      <a:r>
                        <a:rPr lang="en-US" sz="1200">
                          <a:solidFill>
                            <a:schemeClr val="bg2">
                              <a:lumMod val="10000"/>
                            </a:schemeClr>
                          </a:solidFill>
                        </a:rPr>
                        <a:t>Does not mirror file share one for one on any create or modification to file unless scheduled interval copy is committed. </a:t>
                      </a:r>
                    </a:p>
                  </a:txBody>
                  <a:tcPr/>
                </a:tc>
                <a:extLst>
                  <a:ext uri="{0D108BD9-81ED-4DB2-BD59-A6C34878D82A}">
                    <a16:rowId xmlns:a16="http://schemas.microsoft.com/office/drawing/2014/main" val="2601823362"/>
                  </a:ext>
                </a:extLst>
              </a:tr>
              <a:tr h="640327">
                <a:tc vMerge="1">
                  <a:txBody>
                    <a:bodyPr/>
                    <a:lstStyle/>
                    <a:p>
                      <a:endParaRPr lang="en-US">
                        <a:solidFill>
                          <a:schemeClr val="bg2">
                            <a:lumMod val="10000"/>
                          </a:schemeClr>
                        </a:solidFill>
                      </a:endParaRPr>
                    </a:p>
                  </a:txBody>
                  <a:tcPr/>
                </a:tc>
                <a:tc>
                  <a:txBody>
                    <a:bodyPr/>
                    <a:lstStyle/>
                    <a:p>
                      <a:r>
                        <a:rPr lang="en-US" sz="1200">
                          <a:solidFill>
                            <a:schemeClr val="bg2">
                              <a:lumMod val="10000"/>
                            </a:schemeClr>
                          </a:solidFill>
                        </a:rPr>
                        <a:t>Cumbersome use of resource contention and time to rescan for new file updates each scheduled interval. Added loss of time cost component.</a:t>
                      </a:r>
                    </a:p>
                  </a:txBody>
                  <a:tcPr/>
                </a:tc>
                <a:extLst>
                  <a:ext uri="{0D108BD9-81ED-4DB2-BD59-A6C34878D82A}">
                    <a16:rowId xmlns:a16="http://schemas.microsoft.com/office/drawing/2014/main" val="3200058927"/>
                  </a:ext>
                </a:extLst>
              </a:tr>
              <a:tr h="640327">
                <a:tc vMerge="1">
                  <a:txBody>
                    <a:bodyPr/>
                    <a:lstStyle/>
                    <a:p>
                      <a:endParaRPr lang="en-US">
                        <a:solidFill>
                          <a:schemeClr val="bg2">
                            <a:lumMod val="10000"/>
                          </a:schemeClr>
                        </a:solidFill>
                      </a:endParaRPr>
                    </a:p>
                  </a:txBody>
                  <a:tcPr/>
                </a:tc>
                <a:tc>
                  <a:txBody>
                    <a:bodyPr/>
                    <a:lstStyle/>
                    <a:p>
                      <a:r>
                        <a:rPr lang="en-US" sz="1200">
                          <a:solidFill>
                            <a:schemeClr val="bg2">
                              <a:lumMod val="10000"/>
                            </a:schemeClr>
                          </a:solidFill>
                        </a:rPr>
                        <a:t>Commander application has no knowledge of file once it leaves file share thus breaking chain of custody.</a:t>
                      </a:r>
                    </a:p>
                  </a:txBody>
                  <a:tcPr/>
                </a:tc>
                <a:extLst>
                  <a:ext uri="{0D108BD9-81ED-4DB2-BD59-A6C34878D82A}">
                    <a16:rowId xmlns:a16="http://schemas.microsoft.com/office/drawing/2014/main" val="1267917538"/>
                  </a:ext>
                </a:extLst>
              </a:tr>
            </a:tbl>
          </a:graphicData>
        </a:graphic>
      </p:graphicFrame>
    </p:spTree>
    <p:extLst>
      <p:ext uri="{BB962C8B-B14F-4D97-AF65-F5344CB8AC3E}">
        <p14:creationId xmlns:p14="http://schemas.microsoft.com/office/powerpoint/2010/main" val="10181335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6DD0FC-856D-4B0C-8899-998831B3793F}"/>
              </a:ext>
            </a:extLst>
          </p:cNvPr>
          <p:cNvSpPr>
            <a:spLocks noGrp="1"/>
          </p:cNvSpPr>
          <p:nvPr>
            <p:ph type="title"/>
          </p:nvPr>
        </p:nvSpPr>
        <p:spPr>
          <a:xfrm>
            <a:off x="242237" y="420025"/>
            <a:ext cx="4693446" cy="682400"/>
          </a:xfrm>
        </p:spPr>
        <p:txBody>
          <a:bodyPr/>
          <a:lstStyle/>
          <a:p>
            <a:r>
              <a:rPr lang="en-US">
                <a:cs typeface="Calibri" pitchFamily="34" charset="0"/>
              </a:rPr>
              <a:t>Option 7 - </a:t>
            </a:r>
            <a:r>
              <a:rPr lang="en-US"/>
              <a:t>Volume Gateway or AWS </a:t>
            </a:r>
            <a:r>
              <a:rPr lang="en-US" err="1"/>
              <a:t>DataSync</a:t>
            </a:r>
            <a:br>
              <a:rPr lang="en-US"/>
            </a:br>
            <a:br>
              <a:rPr lang="en-US"/>
            </a:br>
            <a:endParaRPr lang="en-US"/>
          </a:p>
        </p:txBody>
      </p:sp>
      <p:graphicFrame>
        <p:nvGraphicFramePr>
          <p:cNvPr id="4" name="Table 5">
            <a:extLst>
              <a:ext uri="{FF2B5EF4-FFF2-40B4-BE49-F238E27FC236}">
                <a16:creationId xmlns:a16="http://schemas.microsoft.com/office/drawing/2014/main" id="{2FC91890-C010-364D-9ACD-11B241FB5478}"/>
              </a:ext>
            </a:extLst>
          </p:cNvPr>
          <p:cNvGraphicFramePr>
            <a:graphicFrameLocks noGrp="1"/>
          </p:cNvGraphicFramePr>
          <p:nvPr>
            <p:extLst>
              <p:ext uri="{D42A27DB-BD31-4B8C-83A1-F6EECF244321}">
                <p14:modId xmlns:p14="http://schemas.microsoft.com/office/powerpoint/2010/main" val="648168827"/>
              </p:ext>
            </p:extLst>
          </p:nvPr>
        </p:nvGraphicFramePr>
        <p:xfrm>
          <a:off x="279040" y="856849"/>
          <a:ext cx="4897582" cy="1490980"/>
        </p:xfrm>
        <a:graphic>
          <a:graphicData uri="http://schemas.openxmlformats.org/drawingml/2006/table">
            <a:tbl>
              <a:tblPr firstRow="1" bandRow="1">
                <a:tableStyleId>{5C22544A-7EE6-4342-B048-85BDC9FD1C3A}</a:tableStyleId>
              </a:tblPr>
              <a:tblGrid>
                <a:gridCol w="2448791">
                  <a:extLst>
                    <a:ext uri="{9D8B030D-6E8A-4147-A177-3AD203B41FA5}">
                      <a16:colId xmlns:a16="http://schemas.microsoft.com/office/drawing/2014/main" val="1146860820"/>
                    </a:ext>
                  </a:extLst>
                </a:gridCol>
                <a:gridCol w="2448791">
                  <a:extLst>
                    <a:ext uri="{9D8B030D-6E8A-4147-A177-3AD203B41FA5}">
                      <a16:colId xmlns:a16="http://schemas.microsoft.com/office/drawing/2014/main" val="34913232"/>
                    </a:ext>
                  </a:extLst>
                </a:gridCol>
              </a:tblGrid>
              <a:tr h="370840">
                <a:tc>
                  <a:txBody>
                    <a:bodyPr/>
                    <a:lstStyle/>
                    <a:p>
                      <a:r>
                        <a:rPr lang="en-US"/>
                        <a:t>Proposed Solution</a:t>
                      </a:r>
                    </a:p>
                  </a:txBody>
                  <a:tcPr/>
                </a:tc>
                <a:tc>
                  <a:txBody>
                    <a:bodyPr/>
                    <a:lstStyle/>
                    <a:p>
                      <a:r>
                        <a:rPr lang="en-US"/>
                        <a:t>Constraints</a:t>
                      </a:r>
                    </a:p>
                  </a:txBody>
                  <a:tcPr/>
                </a:tc>
                <a:extLst>
                  <a:ext uri="{0D108BD9-81ED-4DB2-BD59-A6C34878D82A}">
                    <a16:rowId xmlns:a16="http://schemas.microsoft.com/office/drawing/2014/main" val="361279505"/>
                  </a:ext>
                </a:extLst>
              </a:tr>
              <a:tr h="370840">
                <a:tc>
                  <a:txBody>
                    <a:bodyPr/>
                    <a:lstStyle/>
                    <a:p>
                      <a:r>
                        <a:rPr lang="en-US">
                          <a:solidFill>
                            <a:schemeClr val="bg2">
                              <a:lumMod val="10000"/>
                            </a:schemeClr>
                          </a:solidFill>
                        </a:rPr>
                        <a:t>AWS Data Sync agent regular transfers at intervals to S3 or AWS Volume Gateway interval volume snapshots transferred to S3.</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solidFill>
                            <a:schemeClr val="bg2">
                              <a:lumMod val="10000"/>
                            </a:schemeClr>
                          </a:solidFill>
                        </a:rPr>
                        <a:t>SDCS still needs versioning to restore files in event of malware, inadvertent deletion or breach of access.</a:t>
                      </a:r>
                    </a:p>
                    <a:p>
                      <a:endParaRPr lang="en-US"/>
                    </a:p>
                  </a:txBody>
                  <a:tcPr/>
                </a:tc>
                <a:extLst>
                  <a:ext uri="{0D108BD9-81ED-4DB2-BD59-A6C34878D82A}">
                    <a16:rowId xmlns:a16="http://schemas.microsoft.com/office/drawing/2014/main" val="326075407"/>
                  </a:ext>
                </a:extLst>
              </a:tr>
            </a:tbl>
          </a:graphicData>
        </a:graphic>
      </p:graphicFrame>
      <p:graphicFrame>
        <p:nvGraphicFramePr>
          <p:cNvPr id="6" name="Table 6">
            <a:extLst>
              <a:ext uri="{FF2B5EF4-FFF2-40B4-BE49-F238E27FC236}">
                <a16:creationId xmlns:a16="http://schemas.microsoft.com/office/drawing/2014/main" id="{6AD6FF29-ED1B-334B-93DB-5B52803DB111}"/>
              </a:ext>
            </a:extLst>
          </p:cNvPr>
          <p:cNvGraphicFramePr>
            <a:graphicFrameLocks noGrp="1"/>
          </p:cNvGraphicFramePr>
          <p:nvPr>
            <p:extLst>
              <p:ext uri="{D42A27DB-BD31-4B8C-83A1-F6EECF244321}">
                <p14:modId xmlns:p14="http://schemas.microsoft.com/office/powerpoint/2010/main" val="3640393628"/>
              </p:ext>
            </p:extLst>
          </p:nvPr>
        </p:nvGraphicFramePr>
        <p:xfrm>
          <a:off x="279040" y="2680737"/>
          <a:ext cx="4897582" cy="1828800"/>
        </p:xfrm>
        <a:graphic>
          <a:graphicData uri="http://schemas.openxmlformats.org/drawingml/2006/table">
            <a:tbl>
              <a:tblPr firstRow="1" bandRow="1">
                <a:tableStyleId>{5C22544A-7EE6-4342-B048-85BDC9FD1C3A}</a:tableStyleId>
              </a:tblPr>
              <a:tblGrid>
                <a:gridCol w="2448791">
                  <a:extLst>
                    <a:ext uri="{9D8B030D-6E8A-4147-A177-3AD203B41FA5}">
                      <a16:colId xmlns:a16="http://schemas.microsoft.com/office/drawing/2014/main" val="1898996357"/>
                    </a:ext>
                  </a:extLst>
                </a:gridCol>
                <a:gridCol w="2448791">
                  <a:extLst>
                    <a:ext uri="{9D8B030D-6E8A-4147-A177-3AD203B41FA5}">
                      <a16:colId xmlns:a16="http://schemas.microsoft.com/office/drawing/2014/main" val="3027046765"/>
                    </a:ext>
                  </a:extLst>
                </a:gridCol>
              </a:tblGrid>
              <a:tr h="185420">
                <a:tc>
                  <a:txBody>
                    <a:bodyPr/>
                    <a:lstStyle/>
                    <a:p>
                      <a:r>
                        <a:rPr lang="en-US"/>
                        <a:t>Pros</a:t>
                      </a:r>
                    </a:p>
                  </a:txBody>
                  <a:tcPr/>
                </a:tc>
                <a:tc>
                  <a:txBody>
                    <a:bodyPr/>
                    <a:lstStyle/>
                    <a:p>
                      <a:r>
                        <a:rPr lang="en-US"/>
                        <a:t>Cons</a:t>
                      </a:r>
                    </a:p>
                  </a:txBody>
                  <a:tcPr/>
                </a:tc>
                <a:extLst>
                  <a:ext uri="{0D108BD9-81ED-4DB2-BD59-A6C34878D82A}">
                    <a16:rowId xmlns:a16="http://schemas.microsoft.com/office/drawing/2014/main" val="1927198699"/>
                  </a:ext>
                </a:extLst>
              </a:tr>
              <a:tr h="185420">
                <a:tc rowSpan="3">
                  <a:txBody>
                    <a:bodyPr/>
                    <a:lstStyle/>
                    <a:p>
                      <a:r>
                        <a:rPr lang="en-US">
                          <a:solidFill>
                            <a:schemeClr val="bg2">
                              <a:lumMod val="10000"/>
                            </a:schemeClr>
                          </a:solidFill>
                        </a:rPr>
                        <a:t>Still protected by S3 durability and versions. Solves versioning but only to a set time interval. Reduction in cost for virtual appliance needed for Data Sync and versioning duplicated costs.</a:t>
                      </a:r>
                    </a:p>
                  </a:txBody>
                  <a:tcPr/>
                </a:tc>
                <a:tc>
                  <a:txBody>
                    <a:bodyPr/>
                    <a:lstStyle/>
                    <a:p>
                      <a:r>
                        <a:rPr lang="en-US">
                          <a:solidFill>
                            <a:schemeClr val="bg2">
                              <a:lumMod val="10000"/>
                            </a:schemeClr>
                          </a:solidFill>
                        </a:rPr>
                        <a:t>Regular transfer interval would need to be set.</a:t>
                      </a:r>
                    </a:p>
                  </a:txBody>
                  <a:tcPr/>
                </a:tc>
                <a:extLst>
                  <a:ext uri="{0D108BD9-81ED-4DB2-BD59-A6C34878D82A}">
                    <a16:rowId xmlns:a16="http://schemas.microsoft.com/office/drawing/2014/main" val="2601823362"/>
                  </a:ext>
                </a:extLst>
              </a:tr>
              <a:tr h="185420">
                <a:tc vMerge="1">
                  <a:txBody>
                    <a:bodyPr/>
                    <a:lstStyle/>
                    <a:p>
                      <a:endParaRPr lang="en-US">
                        <a:solidFill>
                          <a:schemeClr val="bg2">
                            <a:lumMod val="10000"/>
                          </a:schemeClr>
                        </a:solidFill>
                      </a:endParaRPr>
                    </a:p>
                  </a:txBody>
                  <a:tcPr/>
                </a:tc>
                <a:tc>
                  <a:txBody>
                    <a:bodyPr/>
                    <a:lstStyle/>
                    <a:p>
                      <a:r>
                        <a:rPr lang="en-US">
                          <a:solidFill>
                            <a:schemeClr val="bg2">
                              <a:lumMod val="10000"/>
                            </a:schemeClr>
                          </a:solidFill>
                        </a:rPr>
                        <a:t>Mirroring of files would not exist.</a:t>
                      </a:r>
                    </a:p>
                  </a:txBody>
                  <a:tcPr/>
                </a:tc>
                <a:extLst>
                  <a:ext uri="{0D108BD9-81ED-4DB2-BD59-A6C34878D82A}">
                    <a16:rowId xmlns:a16="http://schemas.microsoft.com/office/drawing/2014/main" val="3965769738"/>
                  </a:ext>
                </a:extLst>
              </a:tr>
              <a:tr h="185420">
                <a:tc vMerge="1">
                  <a:txBody>
                    <a:bodyPr/>
                    <a:lstStyle/>
                    <a:p>
                      <a:endParaRPr lang="en-US">
                        <a:solidFill>
                          <a:schemeClr val="bg2">
                            <a:lumMod val="10000"/>
                          </a:schemeClr>
                        </a:solidFill>
                      </a:endParaRPr>
                    </a:p>
                  </a:txBody>
                  <a:tcPr/>
                </a:tc>
                <a:tc>
                  <a:txBody>
                    <a:bodyPr/>
                    <a:lstStyle/>
                    <a:p>
                      <a:r>
                        <a:rPr lang="en-US">
                          <a:solidFill>
                            <a:schemeClr val="bg2">
                              <a:lumMod val="10000"/>
                            </a:schemeClr>
                          </a:solidFill>
                        </a:rPr>
                        <a:t>Chain of custody would be broken during restoration.</a:t>
                      </a:r>
                    </a:p>
                  </a:txBody>
                  <a:tcPr/>
                </a:tc>
                <a:extLst>
                  <a:ext uri="{0D108BD9-81ED-4DB2-BD59-A6C34878D82A}">
                    <a16:rowId xmlns:a16="http://schemas.microsoft.com/office/drawing/2014/main" val="3568713941"/>
                  </a:ext>
                </a:extLst>
              </a:tr>
            </a:tbl>
          </a:graphicData>
        </a:graphic>
      </p:graphicFrame>
    </p:spTree>
    <p:extLst>
      <p:ext uri="{BB962C8B-B14F-4D97-AF65-F5344CB8AC3E}">
        <p14:creationId xmlns:p14="http://schemas.microsoft.com/office/powerpoint/2010/main" val="39653910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6DD0FC-856D-4B0C-8899-998831B3793F}"/>
              </a:ext>
            </a:extLst>
          </p:cNvPr>
          <p:cNvSpPr>
            <a:spLocks noGrp="1"/>
          </p:cNvSpPr>
          <p:nvPr>
            <p:ph type="title"/>
          </p:nvPr>
        </p:nvSpPr>
        <p:spPr>
          <a:xfrm>
            <a:off x="242237" y="420025"/>
            <a:ext cx="4693446" cy="682400"/>
          </a:xfrm>
        </p:spPr>
        <p:txBody>
          <a:bodyPr/>
          <a:lstStyle/>
          <a:p>
            <a:r>
              <a:rPr lang="en-US">
                <a:cs typeface="Calibri" pitchFamily="34" charset="0"/>
              </a:rPr>
              <a:t>Option 8 – </a:t>
            </a:r>
            <a:r>
              <a:rPr lang="en-US"/>
              <a:t>AWS Outposts S3</a:t>
            </a:r>
            <a:br>
              <a:rPr lang="en-US"/>
            </a:br>
            <a:br>
              <a:rPr lang="en-US"/>
            </a:br>
            <a:endParaRPr lang="en-US"/>
          </a:p>
        </p:txBody>
      </p:sp>
      <p:graphicFrame>
        <p:nvGraphicFramePr>
          <p:cNvPr id="4" name="Table 5">
            <a:extLst>
              <a:ext uri="{FF2B5EF4-FFF2-40B4-BE49-F238E27FC236}">
                <a16:creationId xmlns:a16="http://schemas.microsoft.com/office/drawing/2014/main" id="{8567C972-1836-914C-AA73-66D4146E71BB}"/>
              </a:ext>
            </a:extLst>
          </p:cNvPr>
          <p:cNvGraphicFramePr>
            <a:graphicFrameLocks noGrp="1"/>
          </p:cNvGraphicFramePr>
          <p:nvPr>
            <p:extLst>
              <p:ext uri="{D42A27DB-BD31-4B8C-83A1-F6EECF244321}">
                <p14:modId xmlns:p14="http://schemas.microsoft.com/office/powerpoint/2010/main" val="292686253"/>
              </p:ext>
            </p:extLst>
          </p:nvPr>
        </p:nvGraphicFramePr>
        <p:xfrm>
          <a:off x="346581" y="761225"/>
          <a:ext cx="4897582" cy="2108200"/>
        </p:xfrm>
        <a:graphic>
          <a:graphicData uri="http://schemas.openxmlformats.org/drawingml/2006/table">
            <a:tbl>
              <a:tblPr firstRow="1" bandRow="1">
                <a:tableStyleId>{5C22544A-7EE6-4342-B048-85BDC9FD1C3A}</a:tableStyleId>
              </a:tblPr>
              <a:tblGrid>
                <a:gridCol w="2448791">
                  <a:extLst>
                    <a:ext uri="{9D8B030D-6E8A-4147-A177-3AD203B41FA5}">
                      <a16:colId xmlns:a16="http://schemas.microsoft.com/office/drawing/2014/main" val="1146860820"/>
                    </a:ext>
                  </a:extLst>
                </a:gridCol>
                <a:gridCol w="2448791">
                  <a:extLst>
                    <a:ext uri="{9D8B030D-6E8A-4147-A177-3AD203B41FA5}">
                      <a16:colId xmlns:a16="http://schemas.microsoft.com/office/drawing/2014/main" val="34913232"/>
                    </a:ext>
                  </a:extLst>
                </a:gridCol>
              </a:tblGrid>
              <a:tr h="370840">
                <a:tc>
                  <a:txBody>
                    <a:bodyPr/>
                    <a:lstStyle/>
                    <a:p>
                      <a:r>
                        <a:rPr lang="en-US"/>
                        <a:t>Proposed Solution</a:t>
                      </a:r>
                    </a:p>
                  </a:txBody>
                  <a:tcPr/>
                </a:tc>
                <a:tc>
                  <a:txBody>
                    <a:bodyPr/>
                    <a:lstStyle/>
                    <a:p>
                      <a:r>
                        <a:rPr lang="en-US"/>
                        <a:t>Constraints</a:t>
                      </a:r>
                    </a:p>
                  </a:txBody>
                  <a:tcPr/>
                </a:tc>
                <a:extLst>
                  <a:ext uri="{0D108BD9-81ED-4DB2-BD59-A6C34878D82A}">
                    <a16:rowId xmlns:a16="http://schemas.microsoft.com/office/drawing/2014/main" val="361279505"/>
                  </a:ext>
                </a:extLst>
              </a:tr>
              <a:tr h="370840">
                <a:tc>
                  <a:txBody>
                    <a:bodyPr/>
                    <a:lstStyle/>
                    <a:p>
                      <a:r>
                        <a:rPr lang="en-US">
                          <a:solidFill>
                            <a:schemeClr val="bg2">
                              <a:lumMod val="10000"/>
                            </a:schemeClr>
                          </a:solidFill>
                        </a:rPr>
                        <a:t>AWS Outposts is placing identical AWS server rack used for backing S3 with identical control plane on premises for data sovereignty or compliance purposes. Not permitted to contain export-controlled data.</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solidFill>
                            <a:schemeClr val="bg2">
                              <a:lumMod val="10000"/>
                            </a:schemeClr>
                          </a:solidFill>
                        </a:rPr>
                        <a:t>SDCS still needs prevention of deletion to restore files in event of malware, inadvertent deletion or breach of access.</a:t>
                      </a:r>
                    </a:p>
                    <a:p>
                      <a:endParaRPr lang="en-US"/>
                    </a:p>
                  </a:txBody>
                  <a:tcPr/>
                </a:tc>
                <a:extLst>
                  <a:ext uri="{0D108BD9-81ED-4DB2-BD59-A6C34878D82A}">
                    <a16:rowId xmlns:a16="http://schemas.microsoft.com/office/drawing/2014/main" val="326075407"/>
                  </a:ext>
                </a:extLst>
              </a:tr>
            </a:tbl>
          </a:graphicData>
        </a:graphic>
      </p:graphicFrame>
      <p:graphicFrame>
        <p:nvGraphicFramePr>
          <p:cNvPr id="6" name="Table 6">
            <a:extLst>
              <a:ext uri="{FF2B5EF4-FFF2-40B4-BE49-F238E27FC236}">
                <a16:creationId xmlns:a16="http://schemas.microsoft.com/office/drawing/2014/main" id="{34FE89B4-7382-0C4C-AD06-E3FFFBD5DBC7}"/>
              </a:ext>
            </a:extLst>
          </p:cNvPr>
          <p:cNvGraphicFramePr>
            <a:graphicFrameLocks noGrp="1"/>
          </p:cNvGraphicFramePr>
          <p:nvPr>
            <p:extLst>
              <p:ext uri="{D42A27DB-BD31-4B8C-83A1-F6EECF244321}">
                <p14:modId xmlns:p14="http://schemas.microsoft.com/office/powerpoint/2010/main" val="2710113017"/>
              </p:ext>
            </p:extLst>
          </p:nvPr>
        </p:nvGraphicFramePr>
        <p:xfrm>
          <a:off x="346581" y="3007175"/>
          <a:ext cx="4897582" cy="2446020"/>
        </p:xfrm>
        <a:graphic>
          <a:graphicData uri="http://schemas.openxmlformats.org/drawingml/2006/table">
            <a:tbl>
              <a:tblPr firstRow="1" bandRow="1">
                <a:tableStyleId>{5C22544A-7EE6-4342-B048-85BDC9FD1C3A}</a:tableStyleId>
              </a:tblPr>
              <a:tblGrid>
                <a:gridCol w="2448791">
                  <a:extLst>
                    <a:ext uri="{9D8B030D-6E8A-4147-A177-3AD203B41FA5}">
                      <a16:colId xmlns:a16="http://schemas.microsoft.com/office/drawing/2014/main" val="1898996357"/>
                    </a:ext>
                  </a:extLst>
                </a:gridCol>
                <a:gridCol w="2448791">
                  <a:extLst>
                    <a:ext uri="{9D8B030D-6E8A-4147-A177-3AD203B41FA5}">
                      <a16:colId xmlns:a16="http://schemas.microsoft.com/office/drawing/2014/main" val="3027046765"/>
                    </a:ext>
                  </a:extLst>
                </a:gridCol>
              </a:tblGrid>
              <a:tr h="185420">
                <a:tc>
                  <a:txBody>
                    <a:bodyPr/>
                    <a:lstStyle/>
                    <a:p>
                      <a:r>
                        <a:rPr lang="en-US"/>
                        <a:t>Pros</a:t>
                      </a:r>
                    </a:p>
                  </a:txBody>
                  <a:tcPr/>
                </a:tc>
                <a:tc>
                  <a:txBody>
                    <a:bodyPr/>
                    <a:lstStyle/>
                    <a:p>
                      <a:r>
                        <a:rPr lang="en-US"/>
                        <a:t>Cons</a:t>
                      </a:r>
                    </a:p>
                  </a:txBody>
                  <a:tcPr/>
                </a:tc>
                <a:extLst>
                  <a:ext uri="{0D108BD9-81ED-4DB2-BD59-A6C34878D82A}">
                    <a16:rowId xmlns:a16="http://schemas.microsoft.com/office/drawing/2014/main" val="1927198699"/>
                  </a:ext>
                </a:extLst>
              </a:tr>
              <a:tr h="185420">
                <a:tc>
                  <a:txBody>
                    <a:bodyPr/>
                    <a:lstStyle/>
                    <a:p>
                      <a:r>
                        <a:rPr lang="en-US">
                          <a:solidFill>
                            <a:schemeClr val="bg2">
                              <a:lumMod val="10000"/>
                            </a:schemeClr>
                          </a:solidFill>
                        </a:rPr>
                        <a:t>This would potentially alleviate any internet traffic transfer congestion as the traffic would all be localized. Decrease in costs around internet traffic.</a:t>
                      </a:r>
                    </a:p>
                  </a:txBody>
                  <a:tcPr/>
                </a:tc>
                <a:tc>
                  <a:txBody>
                    <a:bodyPr/>
                    <a:lstStyle/>
                    <a:p>
                      <a:r>
                        <a:rPr lang="en-US">
                          <a:solidFill>
                            <a:schemeClr val="bg2">
                              <a:lumMod val="10000"/>
                            </a:schemeClr>
                          </a:solidFill>
                        </a:rPr>
                        <a:t>The same S3 bucket versioning issue would still exist if leveraging storage gateway to provide integration between file share and S3. Additional costs for rental of physical hardware. No protection of data center outage unless replicating to AWS based S3 bucket.</a:t>
                      </a:r>
                    </a:p>
                  </a:txBody>
                  <a:tcPr/>
                </a:tc>
                <a:extLst>
                  <a:ext uri="{0D108BD9-81ED-4DB2-BD59-A6C34878D82A}">
                    <a16:rowId xmlns:a16="http://schemas.microsoft.com/office/drawing/2014/main" val="2601823362"/>
                  </a:ext>
                </a:extLst>
              </a:tr>
            </a:tbl>
          </a:graphicData>
        </a:graphic>
      </p:graphicFrame>
    </p:spTree>
    <p:extLst>
      <p:ext uri="{BB962C8B-B14F-4D97-AF65-F5344CB8AC3E}">
        <p14:creationId xmlns:p14="http://schemas.microsoft.com/office/powerpoint/2010/main" val="21559712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6DD0FC-856D-4B0C-8899-998831B3793F}"/>
              </a:ext>
            </a:extLst>
          </p:cNvPr>
          <p:cNvSpPr>
            <a:spLocks noGrp="1"/>
          </p:cNvSpPr>
          <p:nvPr>
            <p:ph type="title"/>
          </p:nvPr>
        </p:nvSpPr>
        <p:spPr/>
        <p:txBody>
          <a:bodyPr/>
          <a:lstStyle/>
          <a:p>
            <a:r>
              <a:rPr lang="en-US">
                <a:cs typeface="Calibri" pitchFamily="34" charset="0"/>
              </a:rPr>
              <a:t>Option 9 - </a:t>
            </a:r>
            <a:r>
              <a:rPr lang="en-US"/>
              <a:t>MFA Deletion</a:t>
            </a:r>
          </a:p>
        </p:txBody>
      </p:sp>
      <p:graphicFrame>
        <p:nvGraphicFramePr>
          <p:cNvPr id="4" name="Table 5">
            <a:extLst>
              <a:ext uri="{FF2B5EF4-FFF2-40B4-BE49-F238E27FC236}">
                <a16:creationId xmlns:a16="http://schemas.microsoft.com/office/drawing/2014/main" id="{BF625183-A405-9D45-BCBE-5F85B878AFF8}"/>
              </a:ext>
            </a:extLst>
          </p:cNvPr>
          <p:cNvGraphicFramePr>
            <a:graphicFrameLocks noGrp="1"/>
          </p:cNvGraphicFramePr>
          <p:nvPr>
            <p:extLst>
              <p:ext uri="{D42A27DB-BD31-4B8C-83A1-F6EECF244321}">
                <p14:modId xmlns:p14="http://schemas.microsoft.com/office/powerpoint/2010/main" val="3613787039"/>
              </p:ext>
            </p:extLst>
          </p:nvPr>
        </p:nvGraphicFramePr>
        <p:xfrm>
          <a:off x="299387" y="1132723"/>
          <a:ext cx="4897582" cy="1696720"/>
        </p:xfrm>
        <a:graphic>
          <a:graphicData uri="http://schemas.openxmlformats.org/drawingml/2006/table">
            <a:tbl>
              <a:tblPr firstRow="1" bandRow="1">
                <a:tableStyleId>{5C22544A-7EE6-4342-B048-85BDC9FD1C3A}</a:tableStyleId>
              </a:tblPr>
              <a:tblGrid>
                <a:gridCol w="2448791">
                  <a:extLst>
                    <a:ext uri="{9D8B030D-6E8A-4147-A177-3AD203B41FA5}">
                      <a16:colId xmlns:a16="http://schemas.microsoft.com/office/drawing/2014/main" val="1146860820"/>
                    </a:ext>
                  </a:extLst>
                </a:gridCol>
                <a:gridCol w="2448791">
                  <a:extLst>
                    <a:ext uri="{9D8B030D-6E8A-4147-A177-3AD203B41FA5}">
                      <a16:colId xmlns:a16="http://schemas.microsoft.com/office/drawing/2014/main" val="34913232"/>
                    </a:ext>
                  </a:extLst>
                </a:gridCol>
              </a:tblGrid>
              <a:tr h="370840">
                <a:tc>
                  <a:txBody>
                    <a:bodyPr/>
                    <a:lstStyle/>
                    <a:p>
                      <a:r>
                        <a:rPr lang="en-US"/>
                        <a:t>Proposed Solution</a:t>
                      </a:r>
                    </a:p>
                  </a:txBody>
                  <a:tcPr/>
                </a:tc>
                <a:tc>
                  <a:txBody>
                    <a:bodyPr/>
                    <a:lstStyle/>
                    <a:p>
                      <a:r>
                        <a:rPr lang="en-US"/>
                        <a:t>Constraints</a:t>
                      </a:r>
                    </a:p>
                  </a:txBody>
                  <a:tcPr/>
                </a:tc>
                <a:extLst>
                  <a:ext uri="{0D108BD9-81ED-4DB2-BD59-A6C34878D82A}">
                    <a16:rowId xmlns:a16="http://schemas.microsoft.com/office/drawing/2014/main" val="361279505"/>
                  </a:ext>
                </a:extLst>
              </a:tr>
              <a:tr h="370840">
                <a:tc>
                  <a:txBody>
                    <a:bodyPr/>
                    <a:lstStyle/>
                    <a:p>
                      <a:r>
                        <a:rPr lang="en-US">
                          <a:solidFill>
                            <a:schemeClr val="bg2">
                              <a:lumMod val="10000"/>
                            </a:schemeClr>
                          </a:solidFill>
                        </a:rPr>
                        <a:t>Files in S3 bucket would require MFA device code or approval prior to deletion. Currently not available in govcloud, but may be in future.</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solidFill>
                            <a:schemeClr val="bg2">
                              <a:lumMod val="10000"/>
                            </a:schemeClr>
                          </a:solidFill>
                        </a:rPr>
                        <a:t>SDCS still needs prevention of deletion to restore files in event of malware, inadvertent deletion or breach of access.</a:t>
                      </a:r>
                    </a:p>
                    <a:p>
                      <a:endParaRPr lang="en-US"/>
                    </a:p>
                  </a:txBody>
                  <a:tcPr/>
                </a:tc>
                <a:extLst>
                  <a:ext uri="{0D108BD9-81ED-4DB2-BD59-A6C34878D82A}">
                    <a16:rowId xmlns:a16="http://schemas.microsoft.com/office/drawing/2014/main" val="326075407"/>
                  </a:ext>
                </a:extLst>
              </a:tr>
            </a:tbl>
          </a:graphicData>
        </a:graphic>
      </p:graphicFrame>
      <p:graphicFrame>
        <p:nvGraphicFramePr>
          <p:cNvPr id="6" name="Table 6">
            <a:extLst>
              <a:ext uri="{FF2B5EF4-FFF2-40B4-BE49-F238E27FC236}">
                <a16:creationId xmlns:a16="http://schemas.microsoft.com/office/drawing/2014/main" id="{A9BD1A97-BDF6-7247-B94D-07FCAC3928C1}"/>
              </a:ext>
            </a:extLst>
          </p:cNvPr>
          <p:cNvGraphicFramePr>
            <a:graphicFrameLocks noGrp="1"/>
          </p:cNvGraphicFramePr>
          <p:nvPr>
            <p:extLst>
              <p:ext uri="{D42A27DB-BD31-4B8C-83A1-F6EECF244321}">
                <p14:modId xmlns:p14="http://schemas.microsoft.com/office/powerpoint/2010/main" val="4114423062"/>
              </p:ext>
            </p:extLst>
          </p:nvPr>
        </p:nvGraphicFramePr>
        <p:xfrm>
          <a:off x="299387" y="2956611"/>
          <a:ext cx="4897582" cy="1005840"/>
        </p:xfrm>
        <a:graphic>
          <a:graphicData uri="http://schemas.openxmlformats.org/drawingml/2006/table">
            <a:tbl>
              <a:tblPr firstRow="1" bandRow="1">
                <a:tableStyleId>{5C22544A-7EE6-4342-B048-85BDC9FD1C3A}</a:tableStyleId>
              </a:tblPr>
              <a:tblGrid>
                <a:gridCol w="2448791">
                  <a:extLst>
                    <a:ext uri="{9D8B030D-6E8A-4147-A177-3AD203B41FA5}">
                      <a16:colId xmlns:a16="http://schemas.microsoft.com/office/drawing/2014/main" val="1898996357"/>
                    </a:ext>
                  </a:extLst>
                </a:gridCol>
                <a:gridCol w="2448791">
                  <a:extLst>
                    <a:ext uri="{9D8B030D-6E8A-4147-A177-3AD203B41FA5}">
                      <a16:colId xmlns:a16="http://schemas.microsoft.com/office/drawing/2014/main" val="3027046765"/>
                    </a:ext>
                  </a:extLst>
                </a:gridCol>
              </a:tblGrid>
              <a:tr h="185420">
                <a:tc>
                  <a:txBody>
                    <a:bodyPr/>
                    <a:lstStyle/>
                    <a:p>
                      <a:r>
                        <a:rPr lang="en-US"/>
                        <a:t>Pros</a:t>
                      </a:r>
                    </a:p>
                  </a:txBody>
                  <a:tcPr/>
                </a:tc>
                <a:tc>
                  <a:txBody>
                    <a:bodyPr/>
                    <a:lstStyle/>
                    <a:p>
                      <a:r>
                        <a:rPr lang="en-US"/>
                        <a:t>Cons</a:t>
                      </a:r>
                    </a:p>
                  </a:txBody>
                  <a:tcPr/>
                </a:tc>
                <a:extLst>
                  <a:ext uri="{0D108BD9-81ED-4DB2-BD59-A6C34878D82A}">
                    <a16:rowId xmlns:a16="http://schemas.microsoft.com/office/drawing/2014/main" val="1927198699"/>
                  </a:ext>
                </a:extLst>
              </a:tr>
              <a:tr h="185420">
                <a:tc>
                  <a:txBody>
                    <a:bodyPr/>
                    <a:lstStyle/>
                    <a:p>
                      <a:r>
                        <a:rPr lang="en-US">
                          <a:solidFill>
                            <a:schemeClr val="bg2">
                              <a:lumMod val="10000"/>
                            </a:schemeClr>
                          </a:solidFill>
                        </a:rPr>
                        <a:t>Prevents files from being deleted inadvertently.  Does not change any ongoing cost. </a:t>
                      </a:r>
                    </a:p>
                  </a:txBody>
                  <a:tcPr/>
                </a:tc>
                <a:tc>
                  <a:txBody>
                    <a:bodyPr/>
                    <a:lstStyle/>
                    <a:p>
                      <a:r>
                        <a:rPr lang="en-US">
                          <a:solidFill>
                            <a:schemeClr val="bg2">
                              <a:lumMod val="10000"/>
                            </a:schemeClr>
                          </a:solidFill>
                        </a:rPr>
                        <a:t>Does not solve versioning duplicate file issue. Not available in govcloud.</a:t>
                      </a:r>
                    </a:p>
                  </a:txBody>
                  <a:tcPr/>
                </a:tc>
                <a:extLst>
                  <a:ext uri="{0D108BD9-81ED-4DB2-BD59-A6C34878D82A}">
                    <a16:rowId xmlns:a16="http://schemas.microsoft.com/office/drawing/2014/main" val="2601823362"/>
                  </a:ext>
                </a:extLst>
              </a:tr>
            </a:tbl>
          </a:graphicData>
        </a:graphic>
      </p:graphicFrame>
    </p:spTree>
    <p:extLst>
      <p:ext uri="{BB962C8B-B14F-4D97-AF65-F5344CB8AC3E}">
        <p14:creationId xmlns:p14="http://schemas.microsoft.com/office/powerpoint/2010/main" val="3240834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6DD0FC-856D-4B0C-8899-998831B3793F}"/>
              </a:ext>
            </a:extLst>
          </p:cNvPr>
          <p:cNvSpPr>
            <a:spLocks noGrp="1"/>
          </p:cNvSpPr>
          <p:nvPr>
            <p:ph type="title"/>
          </p:nvPr>
        </p:nvSpPr>
        <p:spPr>
          <a:xfrm>
            <a:off x="242237" y="420025"/>
            <a:ext cx="4693446" cy="682400"/>
          </a:xfrm>
        </p:spPr>
        <p:txBody>
          <a:bodyPr/>
          <a:lstStyle/>
          <a:p>
            <a:r>
              <a:rPr lang="en-US">
                <a:cs typeface="Calibri" pitchFamily="34" charset="0"/>
              </a:rPr>
              <a:t>Option 10 – </a:t>
            </a:r>
            <a:r>
              <a:rPr lang="en-US"/>
              <a:t>Virtual Tape Gateway</a:t>
            </a:r>
            <a:br>
              <a:rPr lang="en-US"/>
            </a:br>
            <a:br>
              <a:rPr lang="en-US"/>
            </a:br>
            <a:endParaRPr lang="en-US"/>
          </a:p>
        </p:txBody>
      </p:sp>
      <p:graphicFrame>
        <p:nvGraphicFramePr>
          <p:cNvPr id="4" name="Table 5">
            <a:extLst>
              <a:ext uri="{FF2B5EF4-FFF2-40B4-BE49-F238E27FC236}">
                <a16:creationId xmlns:a16="http://schemas.microsoft.com/office/drawing/2014/main" id="{F1D29918-5121-934E-B030-F2045388EB7A}"/>
              </a:ext>
            </a:extLst>
          </p:cNvPr>
          <p:cNvGraphicFramePr>
            <a:graphicFrameLocks noGrp="1"/>
          </p:cNvGraphicFramePr>
          <p:nvPr>
            <p:extLst>
              <p:ext uri="{D42A27DB-BD31-4B8C-83A1-F6EECF244321}">
                <p14:modId xmlns:p14="http://schemas.microsoft.com/office/powerpoint/2010/main" val="1011776131"/>
              </p:ext>
            </p:extLst>
          </p:nvPr>
        </p:nvGraphicFramePr>
        <p:xfrm>
          <a:off x="386196" y="1101551"/>
          <a:ext cx="4897582" cy="1696720"/>
        </p:xfrm>
        <a:graphic>
          <a:graphicData uri="http://schemas.openxmlformats.org/drawingml/2006/table">
            <a:tbl>
              <a:tblPr firstRow="1" bandRow="1">
                <a:tableStyleId>{5C22544A-7EE6-4342-B048-85BDC9FD1C3A}</a:tableStyleId>
              </a:tblPr>
              <a:tblGrid>
                <a:gridCol w="2448791">
                  <a:extLst>
                    <a:ext uri="{9D8B030D-6E8A-4147-A177-3AD203B41FA5}">
                      <a16:colId xmlns:a16="http://schemas.microsoft.com/office/drawing/2014/main" val="1146860820"/>
                    </a:ext>
                  </a:extLst>
                </a:gridCol>
                <a:gridCol w="2448791">
                  <a:extLst>
                    <a:ext uri="{9D8B030D-6E8A-4147-A177-3AD203B41FA5}">
                      <a16:colId xmlns:a16="http://schemas.microsoft.com/office/drawing/2014/main" val="34913232"/>
                    </a:ext>
                  </a:extLst>
                </a:gridCol>
              </a:tblGrid>
              <a:tr h="370840">
                <a:tc>
                  <a:txBody>
                    <a:bodyPr/>
                    <a:lstStyle/>
                    <a:p>
                      <a:r>
                        <a:rPr lang="en-US"/>
                        <a:t>Proposed Solution</a:t>
                      </a:r>
                    </a:p>
                  </a:txBody>
                  <a:tcPr/>
                </a:tc>
                <a:tc>
                  <a:txBody>
                    <a:bodyPr/>
                    <a:lstStyle/>
                    <a:p>
                      <a:r>
                        <a:rPr lang="en-US"/>
                        <a:t>Constraints</a:t>
                      </a:r>
                    </a:p>
                  </a:txBody>
                  <a:tcPr/>
                </a:tc>
                <a:extLst>
                  <a:ext uri="{0D108BD9-81ED-4DB2-BD59-A6C34878D82A}">
                    <a16:rowId xmlns:a16="http://schemas.microsoft.com/office/drawing/2014/main" val="361279505"/>
                  </a:ext>
                </a:extLst>
              </a:tr>
              <a:tr h="370840">
                <a:tc>
                  <a:txBody>
                    <a:bodyPr/>
                    <a:lstStyle/>
                    <a:p>
                      <a:r>
                        <a:rPr lang="en-US">
                          <a:solidFill>
                            <a:schemeClr val="bg2">
                              <a:lumMod val="10000"/>
                            </a:schemeClr>
                          </a:solidFill>
                        </a:rPr>
                        <a:t>Virtual Tape Gateway would take backups from on-prem backup software and move them to Glacier for retrieval as needed by backup software.</a:t>
                      </a:r>
                    </a:p>
                  </a:txBody>
                  <a:tcPr/>
                </a:tc>
                <a:tc>
                  <a:txBody>
                    <a:bodyPr/>
                    <a:lstStyle/>
                    <a:p>
                      <a:r>
                        <a:rPr lang="en-US">
                          <a:solidFill>
                            <a:schemeClr val="bg2">
                              <a:lumMod val="10000"/>
                            </a:schemeClr>
                          </a:solidFill>
                        </a:rPr>
                        <a:t>Mirroring component needed from file share to S3 bucket.</a:t>
                      </a:r>
                    </a:p>
                  </a:txBody>
                  <a:tcPr/>
                </a:tc>
                <a:extLst>
                  <a:ext uri="{0D108BD9-81ED-4DB2-BD59-A6C34878D82A}">
                    <a16:rowId xmlns:a16="http://schemas.microsoft.com/office/drawing/2014/main" val="326075407"/>
                  </a:ext>
                </a:extLst>
              </a:tr>
            </a:tbl>
          </a:graphicData>
        </a:graphic>
      </p:graphicFrame>
      <p:graphicFrame>
        <p:nvGraphicFramePr>
          <p:cNvPr id="6" name="Table 6">
            <a:extLst>
              <a:ext uri="{FF2B5EF4-FFF2-40B4-BE49-F238E27FC236}">
                <a16:creationId xmlns:a16="http://schemas.microsoft.com/office/drawing/2014/main" id="{2003D060-61C8-414D-BC1C-EFAD36437BFC}"/>
              </a:ext>
            </a:extLst>
          </p:cNvPr>
          <p:cNvGraphicFramePr>
            <a:graphicFrameLocks noGrp="1"/>
          </p:cNvGraphicFramePr>
          <p:nvPr>
            <p:extLst>
              <p:ext uri="{D42A27DB-BD31-4B8C-83A1-F6EECF244321}">
                <p14:modId xmlns:p14="http://schemas.microsoft.com/office/powerpoint/2010/main" val="3406110272"/>
              </p:ext>
            </p:extLst>
          </p:nvPr>
        </p:nvGraphicFramePr>
        <p:xfrm>
          <a:off x="386196" y="2925439"/>
          <a:ext cx="4897582" cy="1828800"/>
        </p:xfrm>
        <a:graphic>
          <a:graphicData uri="http://schemas.openxmlformats.org/drawingml/2006/table">
            <a:tbl>
              <a:tblPr firstRow="1" bandRow="1">
                <a:tableStyleId>{5C22544A-7EE6-4342-B048-85BDC9FD1C3A}</a:tableStyleId>
              </a:tblPr>
              <a:tblGrid>
                <a:gridCol w="2448791">
                  <a:extLst>
                    <a:ext uri="{9D8B030D-6E8A-4147-A177-3AD203B41FA5}">
                      <a16:colId xmlns:a16="http://schemas.microsoft.com/office/drawing/2014/main" val="1898996357"/>
                    </a:ext>
                  </a:extLst>
                </a:gridCol>
                <a:gridCol w="2448791">
                  <a:extLst>
                    <a:ext uri="{9D8B030D-6E8A-4147-A177-3AD203B41FA5}">
                      <a16:colId xmlns:a16="http://schemas.microsoft.com/office/drawing/2014/main" val="3027046765"/>
                    </a:ext>
                  </a:extLst>
                </a:gridCol>
              </a:tblGrid>
              <a:tr h="185420">
                <a:tc>
                  <a:txBody>
                    <a:bodyPr/>
                    <a:lstStyle/>
                    <a:p>
                      <a:r>
                        <a:rPr lang="en-US"/>
                        <a:t>Pros</a:t>
                      </a:r>
                    </a:p>
                  </a:txBody>
                  <a:tcPr/>
                </a:tc>
                <a:tc>
                  <a:txBody>
                    <a:bodyPr/>
                    <a:lstStyle/>
                    <a:p>
                      <a:r>
                        <a:rPr lang="en-US"/>
                        <a:t>Cons</a:t>
                      </a:r>
                    </a:p>
                  </a:txBody>
                  <a:tcPr/>
                </a:tc>
                <a:extLst>
                  <a:ext uri="{0D108BD9-81ED-4DB2-BD59-A6C34878D82A}">
                    <a16:rowId xmlns:a16="http://schemas.microsoft.com/office/drawing/2014/main" val="1927198699"/>
                  </a:ext>
                </a:extLst>
              </a:tr>
              <a:tr h="185420">
                <a:tc>
                  <a:txBody>
                    <a:bodyPr/>
                    <a:lstStyle/>
                    <a:p>
                      <a:r>
                        <a:rPr lang="en-US">
                          <a:solidFill>
                            <a:schemeClr val="bg2">
                              <a:lumMod val="10000"/>
                            </a:schemeClr>
                          </a:solidFill>
                        </a:rPr>
                        <a:t>Takes away duplication of files. Reduces costs as files can be moved via policy to cheaper tiers with no issue of duplication.</a:t>
                      </a:r>
                    </a:p>
                  </a:txBody>
                  <a:tcPr/>
                </a:tc>
                <a:tc>
                  <a:txBody>
                    <a:bodyPr/>
                    <a:lstStyle/>
                    <a:p>
                      <a:r>
                        <a:rPr lang="en-US">
                          <a:solidFill>
                            <a:schemeClr val="bg2">
                              <a:lumMod val="10000"/>
                            </a:schemeClr>
                          </a:solidFill>
                        </a:rPr>
                        <a:t>Not recommended due to retrieval issues from backup software. Requires compatible backup software. No mirroring of file shaer component only point and time recoveries.</a:t>
                      </a:r>
                    </a:p>
                  </a:txBody>
                  <a:tcPr/>
                </a:tc>
                <a:extLst>
                  <a:ext uri="{0D108BD9-81ED-4DB2-BD59-A6C34878D82A}">
                    <a16:rowId xmlns:a16="http://schemas.microsoft.com/office/drawing/2014/main" val="2601823362"/>
                  </a:ext>
                </a:extLst>
              </a:tr>
            </a:tbl>
          </a:graphicData>
        </a:graphic>
      </p:graphicFrame>
    </p:spTree>
    <p:extLst>
      <p:ext uri="{BB962C8B-B14F-4D97-AF65-F5344CB8AC3E}">
        <p14:creationId xmlns:p14="http://schemas.microsoft.com/office/powerpoint/2010/main" val="13939055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BBF9CF-3AC0-46BA-9E8F-03150ADBA155}"/>
              </a:ext>
            </a:extLst>
          </p:cNvPr>
          <p:cNvSpPr>
            <a:spLocks noGrp="1"/>
          </p:cNvSpPr>
          <p:nvPr>
            <p:ph type="title"/>
          </p:nvPr>
        </p:nvSpPr>
        <p:spPr>
          <a:xfrm>
            <a:off x="242236" y="219831"/>
            <a:ext cx="5223223" cy="682400"/>
          </a:xfrm>
        </p:spPr>
        <p:txBody>
          <a:bodyPr/>
          <a:lstStyle/>
          <a:p>
            <a:r>
              <a:rPr lang="en-US">
                <a:cs typeface="Calibri" pitchFamily="34" charset="0"/>
              </a:rPr>
              <a:t>Open Slide</a:t>
            </a:r>
            <a:endParaRPr lang="en-US"/>
          </a:p>
        </p:txBody>
      </p:sp>
      <p:sp>
        <p:nvSpPr>
          <p:cNvPr id="5" name="Content Placeholder 4">
            <a:extLst>
              <a:ext uri="{FF2B5EF4-FFF2-40B4-BE49-F238E27FC236}">
                <a16:creationId xmlns:a16="http://schemas.microsoft.com/office/drawing/2014/main" id="{05E88519-4BC1-4C7F-BFE6-C1AD089C52E8}"/>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6260221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8824A6-3E7B-B646-AFC8-93870BFBCDD0}"/>
              </a:ext>
            </a:extLst>
          </p:cNvPr>
          <p:cNvSpPr>
            <a:spLocks noGrp="1"/>
          </p:cNvSpPr>
          <p:nvPr>
            <p:ph type="title"/>
          </p:nvPr>
        </p:nvSpPr>
        <p:spPr/>
        <p:txBody>
          <a:bodyPr/>
          <a:lstStyle/>
          <a:p>
            <a:r>
              <a:rPr lang="en-US"/>
              <a:t>Thank You!</a:t>
            </a:r>
          </a:p>
        </p:txBody>
      </p:sp>
      <p:pic>
        <p:nvPicPr>
          <p:cNvPr id="4" name="Picture 3">
            <a:extLst>
              <a:ext uri="{FF2B5EF4-FFF2-40B4-BE49-F238E27FC236}">
                <a16:creationId xmlns:a16="http://schemas.microsoft.com/office/drawing/2014/main" id="{1763DE0F-4E5F-4A2E-968F-D8BB66C4F16C}"/>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61107" y="2695105"/>
            <a:ext cx="1324561" cy="1070984"/>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BDB9B96B-2890-460D-AC3C-6B761B2E6B35}"/>
              </a:ext>
            </a:extLst>
          </p:cNvPr>
          <p:cNvPicPr>
            <a:picLocks noChangeAspect="1"/>
          </p:cNvPicPr>
          <p:nvPr/>
        </p:nvPicPr>
        <p:blipFill>
          <a:blip r:embed="rId3"/>
          <a:stretch>
            <a:fillRect/>
          </a:stretch>
        </p:blipFill>
        <p:spPr>
          <a:xfrm>
            <a:off x="2950509" y="2074635"/>
            <a:ext cx="2724150" cy="2219325"/>
          </a:xfrm>
          <a:prstGeom prst="rect">
            <a:avLst/>
          </a:prstGeom>
        </p:spPr>
      </p:pic>
      <p:pic>
        <p:nvPicPr>
          <p:cNvPr id="5" name="Picture 4">
            <a:extLst>
              <a:ext uri="{FF2B5EF4-FFF2-40B4-BE49-F238E27FC236}">
                <a16:creationId xmlns:a16="http://schemas.microsoft.com/office/drawing/2014/main" id="{FDD8858F-2C15-4878-87B4-3305F2C15A97}"/>
              </a:ext>
            </a:extLst>
          </p:cNvPr>
          <p:cNvPicPr>
            <a:picLocks noChangeAspect="1"/>
          </p:cNvPicPr>
          <p:nvPr/>
        </p:nvPicPr>
        <p:blipFill>
          <a:blip r:embed="rId4"/>
          <a:stretch>
            <a:fillRect/>
          </a:stretch>
        </p:blipFill>
        <p:spPr>
          <a:xfrm>
            <a:off x="6044078" y="2194973"/>
            <a:ext cx="2583087" cy="2173471"/>
          </a:xfrm>
          <a:prstGeom prst="rect">
            <a:avLst/>
          </a:prstGeom>
        </p:spPr>
      </p:pic>
    </p:spTree>
    <p:extLst>
      <p:ext uri="{BB962C8B-B14F-4D97-AF65-F5344CB8AC3E}">
        <p14:creationId xmlns:p14="http://schemas.microsoft.com/office/powerpoint/2010/main" val="33690284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outVertic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E3BA64C-EBF9-4F1E-A921-7A9E27B5A30B}"/>
              </a:ext>
            </a:extLst>
          </p:cNvPr>
          <p:cNvSpPr>
            <a:spLocks noGrp="1"/>
          </p:cNvSpPr>
          <p:nvPr>
            <p:ph type="title"/>
          </p:nvPr>
        </p:nvSpPr>
        <p:spPr/>
        <p:txBody>
          <a:bodyPr/>
          <a:lstStyle/>
          <a:p>
            <a:r>
              <a:rPr lang="en-US">
                <a:cs typeface="Calibri" pitchFamily="34" charset="0"/>
              </a:rPr>
              <a:t>Appendix</a:t>
            </a:r>
            <a:endParaRPr lang="en-US"/>
          </a:p>
        </p:txBody>
      </p:sp>
      <p:sp>
        <p:nvSpPr>
          <p:cNvPr id="5" name="Content Placeholder 4">
            <a:extLst>
              <a:ext uri="{FF2B5EF4-FFF2-40B4-BE49-F238E27FC236}">
                <a16:creationId xmlns:a16="http://schemas.microsoft.com/office/drawing/2014/main" id="{3A3286AD-A41F-473F-AF27-2CA7C89232C4}"/>
              </a:ext>
            </a:extLst>
          </p:cNvPr>
          <p:cNvSpPr>
            <a:spLocks noGrp="1"/>
          </p:cNvSpPr>
          <p:nvPr>
            <p:ph idx="1"/>
          </p:nvPr>
        </p:nvSpPr>
        <p:spPr>
          <a:xfrm>
            <a:off x="242237" y="789220"/>
            <a:ext cx="5467528" cy="3950304"/>
          </a:xfrm>
        </p:spPr>
        <p:txBody>
          <a:bodyPr/>
          <a:lstStyle/>
          <a:p>
            <a:pPr marL="514350" lvl="3">
              <a:lnSpc>
                <a:spcPct val="100000"/>
              </a:lnSpc>
              <a:spcBef>
                <a:spcPts val="0"/>
              </a:spcBef>
            </a:pPr>
            <a:endParaRPr lang="en-US" sz="750">
              <a:solidFill>
                <a:srgbClr val="706259"/>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633318475"/>
      </p:ext>
    </p:extLst>
  </p:cSld>
  <p:clrMapOvr>
    <a:masterClrMapping/>
  </p:clrMapOvr>
</p:sld>
</file>

<file path=ppt/theme/theme1.xml><?xml version="1.0" encoding="utf-8"?>
<a:theme xmlns:a="http://schemas.openxmlformats.org/drawingml/2006/main" name="Office Theme">
  <a:themeElements>
    <a:clrScheme name="Custom 3">
      <a:dk1>
        <a:srgbClr val="FFFFFF"/>
      </a:dk1>
      <a:lt1>
        <a:srgbClr val="FFFFFF"/>
      </a:lt1>
      <a:dk2>
        <a:srgbClr val="44546A"/>
      </a:dk2>
      <a:lt2>
        <a:srgbClr val="E7E6E6"/>
      </a:lt2>
      <a:accent1>
        <a:srgbClr val="B01C87"/>
      </a:accent1>
      <a:accent2>
        <a:srgbClr val="7D716D"/>
      </a:accent2>
      <a:accent3>
        <a:srgbClr val="D30EA5"/>
      </a:accent3>
      <a:accent4>
        <a:srgbClr val="D30C55"/>
      </a:accent4>
      <a:accent5>
        <a:srgbClr val="A39DA3"/>
      </a:accent5>
      <a:accent6>
        <a:srgbClr val="582873"/>
      </a:accent6>
      <a:hlink>
        <a:srgbClr val="5CADD4"/>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C0167A"/>
        </a:solidFill>
      </a:spPr>
      <a:bodyPr rtlCol="0" anchor="ctr"/>
      <a:lstStyle>
        <a:defPPr algn="ctr">
          <a:defRPr dirty="0" err="1" smtClean="0">
            <a:latin typeface="Arial" panose="020B0604020202020204" pitchFamily="34" charset="0"/>
            <a:cs typeface="Arial" panose="020B06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2" id="{0C7F4B86-C44D-1C4E-86B8-BC5F011065A2}" vid="{A907E963-A896-8744-9875-CAAEA245853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17CF3A6B579DE94ABC1893CB2E5456E6" ma:contentTypeVersion="12" ma:contentTypeDescription="Create a new document." ma:contentTypeScope="" ma:versionID="6b0030b4b542c3c3c72788da0dbc0db7">
  <xsd:schema xmlns:xsd="http://www.w3.org/2001/XMLSchema" xmlns:xs="http://www.w3.org/2001/XMLSchema" xmlns:p="http://schemas.microsoft.com/office/2006/metadata/properties" xmlns:ns2="346067da-e00a-487a-b08a-4664c108affa" xmlns:ns3="e4575e28-938f-4484-a1e2-b6037a276c02" targetNamespace="http://schemas.microsoft.com/office/2006/metadata/properties" ma:root="true" ma:fieldsID="f43d09bf845de6b3600d33a08a391f12" ns2:_="" ns3:_="">
    <xsd:import namespace="346067da-e00a-487a-b08a-4664c108affa"/>
    <xsd:import namespace="e4575e28-938f-4484-a1e2-b6037a276c02"/>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DateTake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46067da-e00a-487a-b08a-4664c108aff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e4575e28-938f-4484-a1e2-b6037a276c02"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750F3A4-0D2D-4419-9ABC-0FEF8ADA68F2}">
  <ds:schemaRefs>
    <ds:schemaRef ds:uri="http://schemas.microsoft.com/sharepoint/v3/contenttype/forms"/>
  </ds:schemaRefs>
</ds:datastoreItem>
</file>

<file path=customXml/itemProps2.xml><?xml version="1.0" encoding="utf-8"?>
<ds:datastoreItem xmlns:ds="http://schemas.openxmlformats.org/officeDocument/2006/customXml" ds:itemID="{C4A2BE10-990E-4ABC-8D4D-5B58A2AF784D}">
  <ds:schemaRefs>
    <ds:schemaRef ds:uri="346067da-e00a-487a-b08a-4664c108affa"/>
    <ds:schemaRef ds:uri="e4575e28-938f-4484-a1e2-b6037a276c02"/>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39265F25-5F7B-487B-B428-A5E4AF2C0F4D}">
  <ds:schemaRefs>
    <ds:schemaRef ds:uri="346067da-e00a-487a-b08a-4664c108affa"/>
    <ds:schemaRef ds:uri="e4575e28-938f-4484-a1e2-b6037a276c0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Insight_PPT_Template_LogoTop_Widescreen</Template>
  <Application>Microsoft Office PowerPoint</Application>
  <PresentationFormat>On-screen Show (16:9)</PresentationFormat>
  <Slides>21</Slides>
  <Notes>3</Notes>
  <HiddenSlides>0</HiddenSlide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Office Theme</vt:lpstr>
      <vt:lpstr>San Diego County</vt:lpstr>
      <vt:lpstr>Agenda</vt:lpstr>
      <vt:lpstr>Background/Problem Statement</vt:lpstr>
      <vt:lpstr>Axon Commander</vt:lpstr>
      <vt:lpstr>Background/Problem Statement</vt:lpstr>
      <vt:lpstr>Key Requirements</vt:lpstr>
      <vt:lpstr>Assumptions &amp; Constraints</vt:lpstr>
      <vt:lpstr>Options Considered</vt:lpstr>
      <vt:lpstr>Option 1 – Lifecycle Policies with Intelligent Tiering and AWS S3 Backup (Preview)</vt:lpstr>
      <vt:lpstr>Option 2 – Move files to bucket without versioning turned on</vt:lpstr>
      <vt:lpstr>Option 3 – FSx for Windows Server or File Gateway  </vt:lpstr>
      <vt:lpstr>Option 4 - Move to Evidence.com </vt:lpstr>
      <vt:lpstr>Option 5 – Suspend on Bucket</vt:lpstr>
      <vt:lpstr>Option 6 - Manually moved files to S3</vt:lpstr>
      <vt:lpstr>Option 7 - Volume Gateway or AWS DataSync  </vt:lpstr>
      <vt:lpstr>Option 8 – AWS Outposts S3  </vt:lpstr>
      <vt:lpstr>Option 9 - MFA Deletion</vt:lpstr>
      <vt:lpstr>Option 10 – Virtual Tape Gateway  </vt:lpstr>
      <vt:lpstr>Open Slide</vt:lpstr>
      <vt:lpstr>Thank You!</vt:lpstr>
      <vt:lpstr>Appendix</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Click to edit Master title style</dc:title>
  <dc:creator>Microsoft Office User</dc:creator>
  <cp:revision>1</cp:revision>
  <dcterms:created xsi:type="dcterms:W3CDTF">2017-04-12T19:34:37Z</dcterms:created>
  <dcterms:modified xsi:type="dcterms:W3CDTF">2022-02-10T06:58:56Z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0x01010017CF3A6B579DE94ABC1893CB2E5456E6</vt:lpwstr>
  </property>
</Properties>
</file>