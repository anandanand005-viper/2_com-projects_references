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5"/>
  </p:notesMasterIdLst>
  <p:sldIdLst>
    <p:sldId id="268" r:id="rId5"/>
    <p:sldId id="270" r:id="rId6"/>
    <p:sldId id="272" r:id="rId7"/>
    <p:sldId id="319" r:id="rId8"/>
    <p:sldId id="375" r:id="rId9"/>
    <p:sldId id="379" r:id="rId10"/>
    <p:sldId id="377" r:id="rId11"/>
    <p:sldId id="376" r:id="rId12"/>
    <p:sldId id="277" r:id="rId13"/>
    <p:sldId id="288" r:id="rId14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39DA3"/>
    <a:srgbClr val="66296F"/>
    <a:srgbClr val="71286F"/>
    <a:srgbClr val="352E28"/>
    <a:srgbClr val="726963"/>
    <a:srgbClr val="C0167A"/>
    <a:srgbClr val="070807"/>
    <a:srgbClr val="9C968E"/>
    <a:srgbClr val="7062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52FA3-9FF5-48CD-955C-888E1B07B43F}" v="105" dt="2022-02-17T16:27:47.4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34"/>
  </p:normalViewPr>
  <p:slideViewPr>
    <p:cSldViewPr snapToGrid="0" snapToObjects="1">
      <p:cViewPr varScale="1">
        <p:scale>
          <a:sx n="147" d="100"/>
          <a:sy n="147" d="100"/>
        </p:scale>
        <p:origin x="546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74" d="100"/>
        <a:sy n="74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, Zach" userId="f9af2a53-a857-470c-981a-c51105edddc3" providerId="ADAL" clId="{98CE1496-8068-4DF3-95FB-F6E9B3D012B5}"/>
    <pc:docChg chg="undo redo custSel modSld">
      <pc:chgData name="Craig, Zach" userId="f9af2a53-a857-470c-981a-c51105edddc3" providerId="ADAL" clId="{98CE1496-8068-4DF3-95FB-F6E9B3D012B5}" dt="2021-11-22T20:53:49.664" v="412" actId="122"/>
      <pc:docMkLst>
        <pc:docMk/>
      </pc:docMkLst>
      <pc:sldChg chg="modSp">
        <pc:chgData name="Craig, Zach" userId="f9af2a53-a857-470c-981a-c51105edddc3" providerId="ADAL" clId="{98CE1496-8068-4DF3-95FB-F6E9B3D012B5}" dt="2021-11-22T19:36:02.183" v="224" actId="20577"/>
        <pc:sldMkLst>
          <pc:docMk/>
          <pc:sldMk cId="4243271578" sldId="270"/>
        </pc:sldMkLst>
        <pc:graphicFrameChg chg="mod">
          <ac:chgData name="Craig, Zach" userId="f9af2a53-a857-470c-981a-c51105edddc3" providerId="ADAL" clId="{98CE1496-8068-4DF3-95FB-F6E9B3D012B5}" dt="2021-11-22T19:36:02.183" v="224" actId="20577"/>
          <ac:graphicFrameMkLst>
            <pc:docMk/>
            <pc:sldMk cId="4243271578" sldId="270"/>
            <ac:graphicFrameMk id="2" creationId="{1CAC85FF-33DA-459A-B1E2-5AED00E54D82}"/>
          </ac:graphicFrameMkLst>
        </pc:graphicFrameChg>
      </pc:sldChg>
      <pc:sldChg chg="delSp modSp mod">
        <pc:chgData name="Craig, Zach" userId="f9af2a53-a857-470c-981a-c51105edddc3" providerId="ADAL" clId="{98CE1496-8068-4DF3-95FB-F6E9B3D012B5}" dt="2021-11-22T20:53:49.664" v="412" actId="122"/>
        <pc:sldMkLst>
          <pc:docMk/>
          <pc:sldMk cId="397647147" sldId="272"/>
        </pc:sldMkLst>
        <pc:spChg chg="del">
          <ac:chgData name="Craig, Zach" userId="f9af2a53-a857-470c-981a-c51105edddc3" providerId="ADAL" clId="{98CE1496-8068-4DF3-95FB-F6E9B3D012B5}" dt="2021-11-22T18:00:29.946" v="177" actId="21"/>
          <ac:spMkLst>
            <pc:docMk/>
            <pc:sldMk cId="397647147" sldId="272"/>
            <ac:spMk id="5" creationId="{00000000-0000-0000-0000-000000000000}"/>
          </ac:spMkLst>
        </pc:spChg>
        <pc:graphicFrameChg chg="mod modGraphic">
          <ac:chgData name="Craig, Zach" userId="f9af2a53-a857-470c-981a-c51105edddc3" providerId="ADAL" clId="{98CE1496-8068-4DF3-95FB-F6E9B3D012B5}" dt="2021-11-22T20:53:49.664" v="412" actId="122"/>
          <ac:graphicFrameMkLst>
            <pc:docMk/>
            <pc:sldMk cId="397647147" sldId="272"/>
            <ac:graphicFrameMk id="4" creationId="{00000000-0000-0000-0000-000000000000}"/>
          </ac:graphicFrameMkLst>
        </pc:graphicFrameChg>
      </pc:sldChg>
      <pc:sldChg chg="modSp mod">
        <pc:chgData name="Craig, Zach" userId="f9af2a53-a857-470c-981a-c51105edddc3" providerId="ADAL" clId="{98CE1496-8068-4DF3-95FB-F6E9B3D012B5}" dt="2021-11-19T22:01:57.141" v="134" actId="20577"/>
        <pc:sldMkLst>
          <pc:docMk/>
          <pc:sldMk cId="4213590711" sldId="275"/>
        </pc:sldMkLst>
        <pc:spChg chg="mod">
          <ac:chgData name="Craig, Zach" userId="f9af2a53-a857-470c-981a-c51105edddc3" providerId="ADAL" clId="{98CE1496-8068-4DF3-95FB-F6E9B3D012B5}" dt="2021-11-19T21:57:09.451" v="48" actId="20577"/>
          <ac:spMkLst>
            <pc:docMk/>
            <pc:sldMk cId="4213590711" sldId="275"/>
            <ac:spMk id="2" creationId="{00000000-0000-0000-0000-000000000000}"/>
          </ac:spMkLst>
        </pc:spChg>
        <pc:spChg chg="mod">
          <ac:chgData name="Craig, Zach" userId="f9af2a53-a857-470c-981a-c51105edddc3" providerId="ADAL" clId="{98CE1496-8068-4DF3-95FB-F6E9B3D012B5}" dt="2021-11-19T22:01:57.141" v="134" actId="20577"/>
          <ac:spMkLst>
            <pc:docMk/>
            <pc:sldMk cId="4213590711" sldId="275"/>
            <ac:spMk id="8" creationId="{00000000-0000-0000-0000-000000000000}"/>
          </ac:spMkLst>
        </pc:spChg>
      </pc:sldChg>
      <pc:sldChg chg="modSp mod">
        <pc:chgData name="Craig, Zach" userId="f9af2a53-a857-470c-981a-c51105edddc3" providerId="ADAL" clId="{98CE1496-8068-4DF3-95FB-F6E9B3D012B5}" dt="2021-11-19T21:59:56.033" v="114" actId="20577"/>
        <pc:sldMkLst>
          <pc:docMk/>
          <pc:sldMk cId="3702213395" sldId="375"/>
        </pc:sldMkLst>
        <pc:spChg chg="mod">
          <ac:chgData name="Craig, Zach" userId="f9af2a53-a857-470c-981a-c51105edddc3" providerId="ADAL" clId="{98CE1496-8068-4DF3-95FB-F6E9B3D012B5}" dt="2021-11-19T21:59:56.033" v="114" actId="20577"/>
          <ac:spMkLst>
            <pc:docMk/>
            <pc:sldMk cId="3702213395" sldId="375"/>
            <ac:spMk id="20" creationId="{02771455-6F53-4B1C-ABA0-D35C0AD41EB2}"/>
          </ac:spMkLst>
        </pc:spChg>
      </pc:sldChg>
      <pc:sldChg chg="modSp mod">
        <pc:chgData name="Craig, Zach" userId="f9af2a53-a857-470c-981a-c51105edddc3" providerId="ADAL" clId="{98CE1496-8068-4DF3-95FB-F6E9B3D012B5}" dt="2021-11-19T22:02:51.398" v="153"/>
        <pc:sldMkLst>
          <pc:docMk/>
          <pc:sldMk cId="1877485213" sldId="376"/>
        </pc:sldMkLst>
        <pc:spChg chg="mod">
          <ac:chgData name="Craig, Zach" userId="f9af2a53-a857-470c-981a-c51105edddc3" providerId="ADAL" clId="{98CE1496-8068-4DF3-95FB-F6E9B3D012B5}" dt="2021-11-19T21:57:53.645" v="84" actId="20577"/>
          <ac:spMkLst>
            <pc:docMk/>
            <pc:sldMk cId="1877485213" sldId="376"/>
            <ac:spMk id="2" creationId="{00000000-0000-0000-0000-000000000000}"/>
          </ac:spMkLst>
        </pc:spChg>
        <pc:spChg chg="mod">
          <ac:chgData name="Craig, Zach" userId="f9af2a53-a857-470c-981a-c51105edddc3" providerId="ADAL" clId="{98CE1496-8068-4DF3-95FB-F6E9B3D012B5}" dt="2021-11-19T22:02:51.398" v="153"/>
          <ac:spMkLst>
            <pc:docMk/>
            <pc:sldMk cId="1877485213" sldId="376"/>
            <ac:spMk id="8" creationId="{00000000-0000-0000-0000-000000000000}"/>
          </ac:spMkLst>
        </pc:spChg>
      </pc:sldChg>
      <pc:sldChg chg="modSp mod">
        <pc:chgData name="Craig, Zach" userId="f9af2a53-a857-470c-981a-c51105edddc3" providerId="ADAL" clId="{98CE1496-8068-4DF3-95FB-F6E9B3D012B5}" dt="2021-11-19T22:02:41.844" v="150" actId="20577"/>
        <pc:sldMkLst>
          <pc:docMk/>
          <pc:sldMk cId="801442290" sldId="377"/>
        </pc:sldMkLst>
        <pc:spChg chg="mod">
          <ac:chgData name="Craig, Zach" userId="f9af2a53-a857-470c-981a-c51105edddc3" providerId="ADAL" clId="{98CE1496-8068-4DF3-95FB-F6E9B3D012B5}" dt="2021-11-19T21:57:45.868" v="66" actId="20577"/>
          <ac:spMkLst>
            <pc:docMk/>
            <pc:sldMk cId="801442290" sldId="377"/>
            <ac:spMk id="2" creationId="{00000000-0000-0000-0000-000000000000}"/>
          </ac:spMkLst>
        </pc:spChg>
        <pc:spChg chg="mod">
          <ac:chgData name="Craig, Zach" userId="f9af2a53-a857-470c-981a-c51105edddc3" providerId="ADAL" clId="{98CE1496-8068-4DF3-95FB-F6E9B3D012B5}" dt="2021-11-19T22:02:41.844" v="150" actId="20577"/>
          <ac:spMkLst>
            <pc:docMk/>
            <pc:sldMk cId="801442290" sldId="377"/>
            <ac:spMk id="8" creationId="{00000000-0000-0000-0000-000000000000}"/>
          </ac:spMkLst>
        </pc:spChg>
      </pc:sldChg>
      <pc:sldChg chg="modSp mod">
        <pc:chgData name="Craig, Zach" userId="f9af2a53-a857-470c-981a-c51105edddc3" providerId="ADAL" clId="{98CE1496-8068-4DF3-95FB-F6E9B3D012B5}" dt="2021-11-19T22:03:09.314" v="161"/>
        <pc:sldMkLst>
          <pc:docMk/>
          <pc:sldMk cId="103902525" sldId="378"/>
        </pc:sldMkLst>
        <pc:spChg chg="mod">
          <ac:chgData name="Craig, Zach" userId="f9af2a53-a857-470c-981a-c51105edddc3" providerId="ADAL" clId="{98CE1496-8068-4DF3-95FB-F6E9B3D012B5}" dt="2021-11-19T21:58:00.661" v="102" actId="20577"/>
          <ac:spMkLst>
            <pc:docMk/>
            <pc:sldMk cId="103902525" sldId="378"/>
            <ac:spMk id="2" creationId="{00000000-0000-0000-0000-000000000000}"/>
          </ac:spMkLst>
        </pc:spChg>
        <pc:spChg chg="mod">
          <ac:chgData name="Craig, Zach" userId="f9af2a53-a857-470c-981a-c51105edddc3" providerId="ADAL" clId="{98CE1496-8068-4DF3-95FB-F6E9B3D012B5}" dt="2021-11-19T22:03:09.314" v="161"/>
          <ac:spMkLst>
            <pc:docMk/>
            <pc:sldMk cId="103902525" sldId="378"/>
            <ac:spMk id="8" creationId="{00000000-0000-0000-0000-000000000000}"/>
          </ac:spMkLst>
        </pc:spChg>
      </pc:sldChg>
    </pc:docChg>
  </pc:docChgLst>
  <pc:docChgLst>
    <pc:chgData name="Craig, Zach" userId="f9af2a53-a857-470c-981a-c51105edddc3" providerId="ADAL" clId="{0D552FA3-9FF5-48CD-955C-888E1B07B43F}"/>
    <pc:docChg chg="undo redo custSel addSld delSld modSld sldOrd">
      <pc:chgData name="Craig, Zach" userId="f9af2a53-a857-470c-981a-c51105edddc3" providerId="ADAL" clId="{0D552FA3-9FF5-48CD-955C-888E1B07B43F}" dt="2022-02-17T16:38:44.334" v="1176" actId="20577"/>
      <pc:docMkLst>
        <pc:docMk/>
      </pc:docMkLst>
      <pc:sldChg chg="modSp mod">
        <pc:chgData name="Craig, Zach" userId="f9af2a53-a857-470c-981a-c51105edddc3" providerId="ADAL" clId="{0D552FA3-9FF5-48CD-955C-888E1B07B43F}" dt="2022-02-16T15:54:05.082" v="11" actId="27636"/>
        <pc:sldMkLst>
          <pc:docMk/>
          <pc:sldMk cId="2560570958" sldId="268"/>
        </pc:sldMkLst>
        <pc:spChg chg="mod">
          <ac:chgData name="Craig, Zach" userId="f9af2a53-a857-470c-981a-c51105edddc3" providerId="ADAL" clId="{0D552FA3-9FF5-48CD-955C-888E1B07B43F}" dt="2022-02-16T15:53:46.154" v="0"/>
          <ac:spMkLst>
            <pc:docMk/>
            <pc:sldMk cId="2560570958" sldId="268"/>
            <ac:spMk id="2" creationId="{00000000-0000-0000-0000-000000000000}"/>
          </ac:spMkLst>
        </pc:spChg>
        <pc:spChg chg="mod">
          <ac:chgData name="Craig, Zach" userId="f9af2a53-a857-470c-981a-c51105edddc3" providerId="ADAL" clId="{0D552FA3-9FF5-48CD-955C-888E1B07B43F}" dt="2022-02-16T15:54:05.082" v="11" actId="27636"/>
          <ac:spMkLst>
            <pc:docMk/>
            <pc:sldMk cId="2560570958" sldId="268"/>
            <ac:spMk id="3" creationId="{00000000-0000-0000-0000-000000000000}"/>
          </ac:spMkLst>
        </pc:spChg>
      </pc:sldChg>
      <pc:sldChg chg="modSp">
        <pc:chgData name="Craig, Zach" userId="f9af2a53-a857-470c-981a-c51105edddc3" providerId="ADAL" clId="{0D552FA3-9FF5-48CD-955C-888E1B07B43F}" dt="2022-02-17T16:25:39.502" v="794"/>
        <pc:sldMkLst>
          <pc:docMk/>
          <pc:sldMk cId="4243271578" sldId="270"/>
        </pc:sldMkLst>
        <pc:graphicFrameChg chg="mod">
          <ac:chgData name="Craig, Zach" userId="f9af2a53-a857-470c-981a-c51105edddc3" providerId="ADAL" clId="{0D552FA3-9FF5-48CD-955C-888E1B07B43F}" dt="2022-02-17T16:25:39.502" v="794"/>
          <ac:graphicFrameMkLst>
            <pc:docMk/>
            <pc:sldMk cId="4243271578" sldId="270"/>
            <ac:graphicFrameMk id="2" creationId="{1CAC85FF-33DA-459A-B1E2-5AED00E54D82}"/>
          </ac:graphicFrameMkLst>
        </pc:graphicFrameChg>
      </pc:sldChg>
      <pc:sldChg chg="modSp mod">
        <pc:chgData name="Craig, Zach" userId="f9af2a53-a857-470c-981a-c51105edddc3" providerId="ADAL" clId="{0D552FA3-9FF5-48CD-955C-888E1B07B43F}" dt="2022-02-17T16:23:42.149" v="779" actId="21"/>
        <pc:sldMkLst>
          <pc:docMk/>
          <pc:sldMk cId="397647147" sldId="272"/>
        </pc:sldMkLst>
        <pc:graphicFrameChg chg="mod modGraphic">
          <ac:chgData name="Craig, Zach" userId="f9af2a53-a857-470c-981a-c51105edddc3" providerId="ADAL" clId="{0D552FA3-9FF5-48CD-955C-888E1B07B43F}" dt="2022-02-17T16:23:42.149" v="779" actId="21"/>
          <ac:graphicFrameMkLst>
            <pc:docMk/>
            <pc:sldMk cId="397647147" sldId="272"/>
            <ac:graphicFrameMk id="4" creationId="{00000000-0000-0000-0000-000000000000}"/>
          </ac:graphicFrameMkLst>
        </pc:graphicFrameChg>
      </pc:sldChg>
      <pc:sldChg chg="del">
        <pc:chgData name="Craig, Zach" userId="f9af2a53-a857-470c-981a-c51105edddc3" providerId="ADAL" clId="{0D552FA3-9FF5-48CD-955C-888E1B07B43F}" dt="2022-02-16T20:21:12.748" v="399" actId="2696"/>
        <pc:sldMkLst>
          <pc:docMk/>
          <pc:sldMk cId="4213590711" sldId="275"/>
        </pc:sldMkLst>
      </pc:sldChg>
      <pc:sldChg chg="modSp">
        <pc:chgData name="Craig, Zach" userId="f9af2a53-a857-470c-981a-c51105edddc3" providerId="ADAL" clId="{0D552FA3-9FF5-48CD-955C-888E1B07B43F}" dt="2022-02-17T16:27:47.463" v="802" actId="20577"/>
        <pc:sldMkLst>
          <pc:docMk/>
          <pc:sldMk cId="300359536" sldId="277"/>
        </pc:sldMkLst>
        <pc:graphicFrameChg chg="mod">
          <ac:chgData name="Craig, Zach" userId="f9af2a53-a857-470c-981a-c51105edddc3" providerId="ADAL" clId="{0D552FA3-9FF5-48CD-955C-888E1B07B43F}" dt="2022-02-17T16:27:47.463" v="802" actId="20577"/>
          <ac:graphicFrameMkLst>
            <pc:docMk/>
            <pc:sldMk cId="300359536" sldId="277"/>
            <ac:graphicFrameMk id="5" creationId="{36DB57D3-0AB7-4489-BCEA-B9562D77C9A8}"/>
          </ac:graphicFrameMkLst>
        </pc:graphicFrameChg>
      </pc:sldChg>
      <pc:sldChg chg="addSp delSp modSp mod ord">
        <pc:chgData name="Craig, Zach" userId="f9af2a53-a857-470c-981a-c51105edddc3" providerId="ADAL" clId="{0D552FA3-9FF5-48CD-955C-888E1B07B43F}" dt="2022-02-17T16:38:44.334" v="1176" actId="20577"/>
        <pc:sldMkLst>
          <pc:docMk/>
          <pc:sldMk cId="3702213395" sldId="375"/>
        </pc:sldMkLst>
        <pc:spChg chg="add del">
          <ac:chgData name="Craig, Zach" userId="f9af2a53-a857-470c-981a-c51105edddc3" providerId="ADAL" clId="{0D552FA3-9FF5-48CD-955C-888E1B07B43F}" dt="2022-02-17T16:30:21.593" v="813" actId="22"/>
          <ac:spMkLst>
            <pc:docMk/>
            <pc:sldMk cId="3702213395" sldId="375"/>
            <ac:spMk id="13" creationId="{FDBB0314-8D52-445B-8D83-1250BDD3504A}"/>
          </ac:spMkLst>
        </pc:spChg>
        <pc:spChg chg="mod">
          <ac:chgData name="Craig, Zach" userId="f9af2a53-a857-470c-981a-c51105edddc3" providerId="ADAL" clId="{0D552FA3-9FF5-48CD-955C-888E1B07B43F}" dt="2022-02-17T16:35:20.654" v="976" actId="5793"/>
          <ac:spMkLst>
            <pc:docMk/>
            <pc:sldMk cId="3702213395" sldId="375"/>
            <ac:spMk id="20" creationId="{02771455-6F53-4B1C-ABA0-D35C0AD41EB2}"/>
          </ac:spMkLst>
        </pc:spChg>
        <pc:spChg chg="mod">
          <ac:chgData name="Craig, Zach" userId="f9af2a53-a857-470c-981a-c51105edddc3" providerId="ADAL" clId="{0D552FA3-9FF5-48CD-955C-888E1B07B43F}" dt="2022-02-17T16:31:09.612" v="867" actId="20577"/>
          <ac:spMkLst>
            <pc:docMk/>
            <pc:sldMk cId="3702213395" sldId="375"/>
            <ac:spMk id="21" creationId="{A9C4C529-3A8A-47A6-9DBC-A6D143DEAD29}"/>
          </ac:spMkLst>
        </pc:spChg>
        <pc:spChg chg="mod">
          <ac:chgData name="Craig, Zach" userId="f9af2a53-a857-470c-981a-c51105edddc3" providerId="ADAL" clId="{0D552FA3-9FF5-48CD-955C-888E1B07B43F}" dt="2022-02-17T16:38:44.334" v="1176" actId="20577"/>
          <ac:spMkLst>
            <pc:docMk/>
            <pc:sldMk cId="3702213395" sldId="375"/>
            <ac:spMk id="22" creationId="{AD55C88E-DFAD-4BFD-8F29-E8485BE552E9}"/>
          </ac:spMkLst>
        </pc:spChg>
        <pc:spChg chg="mod">
          <ac:chgData name="Craig, Zach" userId="f9af2a53-a857-470c-981a-c51105edddc3" providerId="ADAL" clId="{0D552FA3-9FF5-48CD-955C-888E1B07B43F}" dt="2022-02-17T16:31:13.421" v="872" actId="20577"/>
          <ac:spMkLst>
            <pc:docMk/>
            <pc:sldMk cId="3702213395" sldId="375"/>
            <ac:spMk id="23" creationId="{9BACD3B2-D589-4D2E-90C6-CC6BC05ECB45}"/>
          </ac:spMkLst>
        </pc:spChg>
        <pc:spChg chg="mod">
          <ac:chgData name="Craig, Zach" userId="f9af2a53-a857-470c-981a-c51105edddc3" providerId="ADAL" clId="{0D552FA3-9FF5-48CD-955C-888E1B07B43F}" dt="2022-02-17T16:38:14.322" v="1172" actId="20577"/>
          <ac:spMkLst>
            <pc:docMk/>
            <pc:sldMk cId="3702213395" sldId="375"/>
            <ac:spMk id="24" creationId="{25D4A7A9-272A-471A-8ADE-20196716376D}"/>
          </ac:spMkLst>
        </pc:spChg>
        <pc:grpChg chg="mod">
          <ac:chgData name="Craig, Zach" userId="f9af2a53-a857-470c-981a-c51105edddc3" providerId="ADAL" clId="{0D552FA3-9FF5-48CD-955C-888E1B07B43F}" dt="2022-02-17T16:29:44.273" v="804" actId="1076"/>
          <ac:grpSpMkLst>
            <pc:docMk/>
            <pc:sldMk cId="3702213395" sldId="375"/>
            <ac:grpSpMk id="28" creationId="{BB02528A-36E6-4828-B33C-2827F53D0C5A}"/>
          </ac:grpSpMkLst>
        </pc:grpChg>
      </pc:sldChg>
      <pc:sldChg chg="modSp mod">
        <pc:chgData name="Craig, Zach" userId="f9af2a53-a857-470c-981a-c51105edddc3" providerId="ADAL" clId="{0D552FA3-9FF5-48CD-955C-888E1B07B43F}" dt="2022-02-16T20:29:43.621" v="616" actId="27636"/>
        <pc:sldMkLst>
          <pc:docMk/>
          <pc:sldMk cId="1877485213" sldId="376"/>
        </pc:sldMkLst>
        <pc:spChg chg="mod">
          <ac:chgData name="Craig, Zach" userId="f9af2a53-a857-470c-981a-c51105edddc3" providerId="ADAL" clId="{0D552FA3-9FF5-48CD-955C-888E1B07B43F}" dt="2022-02-16T20:29:43.621" v="616" actId="27636"/>
          <ac:spMkLst>
            <pc:docMk/>
            <pc:sldMk cId="1877485213" sldId="376"/>
            <ac:spMk id="8" creationId="{00000000-0000-0000-0000-000000000000}"/>
          </ac:spMkLst>
        </pc:spChg>
      </pc:sldChg>
      <pc:sldChg chg="modSp mod">
        <pc:chgData name="Craig, Zach" userId="f9af2a53-a857-470c-981a-c51105edddc3" providerId="ADAL" clId="{0D552FA3-9FF5-48CD-955C-888E1B07B43F}" dt="2022-02-16T20:27:15.594" v="534" actId="12"/>
        <pc:sldMkLst>
          <pc:docMk/>
          <pc:sldMk cId="801442290" sldId="377"/>
        </pc:sldMkLst>
        <pc:spChg chg="mod">
          <ac:chgData name="Craig, Zach" userId="f9af2a53-a857-470c-981a-c51105edddc3" providerId="ADAL" clId="{0D552FA3-9FF5-48CD-955C-888E1B07B43F}" dt="2022-02-16T20:27:15.594" v="534" actId="12"/>
          <ac:spMkLst>
            <pc:docMk/>
            <pc:sldMk cId="801442290" sldId="377"/>
            <ac:spMk id="8" creationId="{00000000-0000-0000-0000-000000000000}"/>
          </ac:spMkLst>
        </pc:spChg>
      </pc:sldChg>
      <pc:sldChg chg="del">
        <pc:chgData name="Craig, Zach" userId="f9af2a53-a857-470c-981a-c51105edddc3" providerId="ADAL" clId="{0D552FA3-9FF5-48CD-955C-888E1B07B43F}" dt="2022-02-16T20:30:06.418" v="617" actId="2696"/>
        <pc:sldMkLst>
          <pc:docMk/>
          <pc:sldMk cId="103902525" sldId="378"/>
        </pc:sldMkLst>
      </pc:sldChg>
      <pc:sldChg chg="modSp add mod">
        <pc:chgData name="Craig, Zach" userId="f9af2a53-a857-470c-981a-c51105edddc3" providerId="ADAL" clId="{0D552FA3-9FF5-48CD-955C-888E1B07B43F}" dt="2022-02-16T20:37:41.554" v="676" actId="12"/>
        <pc:sldMkLst>
          <pc:docMk/>
          <pc:sldMk cId="2681813556" sldId="379"/>
        </pc:sldMkLst>
        <pc:spChg chg="mod">
          <ac:chgData name="Craig, Zach" userId="f9af2a53-a857-470c-981a-c51105edddc3" providerId="ADAL" clId="{0D552FA3-9FF5-48CD-955C-888E1B07B43F}" dt="2022-02-16T20:25:01.480" v="480" actId="20577"/>
          <ac:spMkLst>
            <pc:docMk/>
            <pc:sldMk cId="2681813556" sldId="379"/>
            <ac:spMk id="3" creationId="{00000000-0000-0000-0000-000000000000}"/>
          </ac:spMkLst>
        </pc:spChg>
        <pc:spChg chg="mod">
          <ac:chgData name="Craig, Zach" userId="f9af2a53-a857-470c-981a-c51105edddc3" providerId="ADAL" clId="{0D552FA3-9FF5-48CD-955C-888E1B07B43F}" dt="2022-02-16T20:37:41.554" v="676" actId="12"/>
          <ac:spMkLst>
            <pc:docMk/>
            <pc:sldMk cId="2681813556" sldId="379"/>
            <ac:spMk id="8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EED91E-19D7-4C55-9F8F-07C99745CEA6}" type="doc">
      <dgm:prSet loTypeId="urn:microsoft.com/office/officeart/2005/8/layout/vList2" loCatId="list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44D934EF-E541-45FF-BA97-6721ACE2EC44}">
      <dgm:prSet/>
      <dgm:spPr/>
      <dgm:t>
        <a:bodyPr/>
        <a:lstStyle/>
        <a:p>
          <a:r>
            <a:rPr lang="en-US" dirty="0">
              <a:solidFill>
                <a:srgbClr val="000000"/>
              </a:solidFill>
            </a:rPr>
            <a:t>Key Stakeholders</a:t>
          </a:r>
        </a:p>
      </dgm:t>
    </dgm:pt>
    <dgm:pt modelId="{0542D548-8D71-4105-81CE-81BF0E4926F1}" type="parTrans" cxnId="{8F421B6C-768C-4595-BE15-E0F13BFE2B4C}">
      <dgm:prSet/>
      <dgm:spPr/>
      <dgm:t>
        <a:bodyPr/>
        <a:lstStyle/>
        <a:p>
          <a:endParaRPr lang="en-US"/>
        </a:p>
      </dgm:t>
    </dgm:pt>
    <dgm:pt modelId="{D7DCD6DE-CB03-4EC1-A826-CEAB2AAB7952}" type="sibTrans" cxnId="{8F421B6C-768C-4595-BE15-E0F13BFE2B4C}">
      <dgm:prSet/>
      <dgm:spPr/>
      <dgm:t>
        <a:bodyPr/>
        <a:lstStyle/>
        <a:p>
          <a:endParaRPr lang="en-US"/>
        </a:p>
      </dgm:t>
    </dgm:pt>
    <dgm:pt modelId="{493C7569-AC79-4CD9-AE9B-D952BA9B0202}">
      <dgm:prSet/>
      <dgm:spPr/>
      <dgm:t>
        <a:bodyPr/>
        <a:lstStyle/>
        <a:p>
          <a:r>
            <a:rPr lang="en-US" dirty="0">
              <a:solidFill>
                <a:srgbClr val="000000"/>
              </a:solidFill>
            </a:rPr>
            <a:t>End of Project Client Satisfaction Survey</a:t>
          </a:r>
        </a:p>
      </dgm:t>
    </dgm:pt>
    <dgm:pt modelId="{A2AC8628-2EDE-4069-B6DF-88F947E6D4EA}" type="parTrans" cxnId="{8C9F7ABE-5DDE-44E1-8709-D1967667139B}">
      <dgm:prSet/>
      <dgm:spPr/>
      <dgm:t>
        <a:bodyPr/>
        <a:lstStyle/>
        <a:p>
          <a:endParaRPr lang="en-US"/>
        </a:p>
      </dgm:t>
    </dgm:pt>
    <dgm:pt modelId="{9D88B968-7575-4760-8243-83E8F4EF2A77}" type="sibTrans" cxnId="{8C9F7ABE-5DDE-44E1-8709-D1967667139B}">
      <dgm:prSet/>
      <dgm:spPr/>
      <dgm:t>
        <a:bodyPr/>
        <a:lstStyle/>
        <a:p>
          <a:endParaRPr lang="en-US"/>
        </a:p>
      </dgm:t>
    </dgm:pt>
    <dgm:pt modelId="{51562F86-04E6-4D9C-8BD0-82A3CF11A9A4}">
      <dgm:prSet/>
      <dgm:spPr/>
      <dgm:t>
        <a:bodyPr/>
        <a:lstStyle/>
        <a:p>
          <a:r>
            <a:rPr lang="en-US" dirty="0">
              <a:solidFill>
                <a:srgbClr val="000000"/>
              </a:solidFill>
            </a:rPr>
            <a:t>Project Logistics</a:t>
          </a:r>
        </a:p>
      </dgm:t>
    </dgm:pt>
    <dgm:pt modelId="{B1FC0B34-453E-4681-AEDB-EDDD67507F42}" type="parTrans" cxnId="{273C3C0E-FBA4-4A14-89D9-64C16F6BA16B}">
      <dgm:prSet/>
      <dgm:spPr/>
      <dgm:t>
        <a:bodyPr/>
        <a:lstStyle/>
        <a:p>
          <a:endParaRPr lang="en-US"/>
        </a:p>
      </dgm:t>
    </dgm:pt>
    <dgm:pt modelId="{EDB35684-3396-44BE-BEAE-F3F505CB891D}" type="sibTrans" cxnId="{273C3C0E-FBA4-4A14-89D9-64C16F6BA16B}">
      <dgm:prSet/>
      <dgm:spPr/>
      <dgm:t>
        <a:bodyPr/>
        <a:lstStyle/>
        <a:p>
          <a:endParaRPr lang="en-US"/>
        </a:p>
      </dgm:t>
    </dgm:pt>
    <dgm:pt modelId="{FE679A5A-6C41-47DB-A418-579E3B079ADD}">
      <dgm:prSet/>
      <dgm:spPr/>
      <dgm:t>
        <a:bodyPr/>
        <a:lstStyle/>
        <a:p>
          <a:r>
            <a:rPr lang="en-US" dirty="0">
              <a:solidFill>
                <a:srgbClr val="000000"/>
              </a:solidFill>
            </a:rPr>
            <a:t>Objectives / Overview</a:t>
          </a:r>
        </a:p>
      </dgm:t>
    </dgm:pt>
    <dgm:pt modelId="{6C210B66-4252-4CD8-9246-50D56395130C}" type="parTrans" cxnId="{88473808-3643-4723-90AE-C77FC9FFED13}">
      <dgm:prSet/>
      <dgm:spPr/>
      <dgm:t>
        <a:bodyPr/>
        <a:lstStyle/>
        <a:p>
          <a:endParaRPr lang="en-US"/>
        </a:p>
      </dgm:t>
    </dgm:pt>
    <dgm:pt modelId="{3489DADB-41E3-4533-8A88-325F0D319DC1}" type="sibTrans" cxnId="{88473808-3643-4723-90AE-C77FC9FFED13}">
      <dgm:prSet/>
      <dgm:spPr/>
      <dgm:t>
        <a:bodyPr/>
        <a:lstStyle/>
        <a:p>
          <a:endParaRPr lang="en-US"/>
        </a:p>
      </dgm:t>
    </dgm:pt>
    <dgm:pt modelId="{76E2253E-604A-4A26-8438-1D0B521F138E}">
      <dgm:prSet/>
      <dgm:spPr/>
      <dgm:t>
        <a:bodyPr/>
        <a:lstStyle/>
        <a:p>
          <a:r>
            <a:rPr lang="en-US" dirty="0">
              <a:solidFill>
                <a:srgbClr val="000000"/>
              </a:solidFill>
            </a:rPr>
            <a:t>Scope and Approach</a:t>
          </a:r>
        </a:p>
      </dgm:t>
    </dgm:pt>
    <dgm:pt modelId="{8087ECA9-B0F3-4C08-B6A7-867DCC218DD8}" type="parTrans" cxnId="{BABF68CC-7F88-47EA-9B81-816B0DBAA4B2}">
      <dgm:prSet/>
      <dgm:spPr/>
      <dgm:t>
        <a:bodyPr/>
        <a:lstStyle/>
        <a:p>
          <a:endParaRPr lang="en-US"/>
        </a:p>
      </dgm:t>
    </dgm:pt>
    <dgm:pt modelId="{FD5EF8B0-8FF5-493F-916A-315B7D40E088}" type="sibTrans" cxnId="{BABF68CC-7F88-47EA-9B81-816B0DBAA4B2}">
      <dgm:prSet/>
      <dgm:spPr/>
      <dgm:t>
        <a:bodyPr/>
        <a:lstStyle/>
        <a:p>
          <a:endParaRPr lang="en-US"/>
        </a:p>
      </dgm:t>
    </dgm:pt>
    <dgm:pt modelId="{BCE87789-9FE8-4AE8-8E8E-62ED5A3894D1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Q &amp; A </a:t>
          </a:r>
          <a:endParaRPr lang="en-US" dirty="0">
            <a:solidFill>
              <a:srgbClr val="000000"/>
            </a:solidFill>
          </a:endParaRPr>
        </a:p>
      </dgm:t>
    </dgm:pt>
    <dgm:pt modelId="{AD937CFA-45FB-47DD-BA69-2C64367E0BB5}" type="parTrans" cxnId="{22AED313-B982-40A1-8271-782F842663D4}">
      <dgm:prSet/>
      <dgm:spPr/>
      <dgm:t>
        <a:bodyPr/>
        <a:lstStyle/>
        <a:p>
          <a:endParaRPr lang="en-US"/>
        </a:p>
      </dgm:t>
    </dgm:pt>
    <dgm:pt modelId="{5965B094-D774-4C9D-8FFA-BA8D844B9BC4}" type="sibTrans" cxnId="{22AED313-B982-40A1-8271-782F842663D4}">
      <dgm:prSet/>
      <dgm:spPr/>
      <dgm:t>
        <a:bodyPr/>
        <a:lstStyle/>
        <a:p>
          <a:endParaRPr lang="en-US"/>
        </a:p>
      </dgm:t>
    </dgm:pt>
    <dgm:pt modelId="{A87945A3-11F2-4FD6-84DD-1E9642B79122}">
      <dgm:prSet/>
      <dgm:spPr/>
      <dgm:t>
        <a:bodyPr/>
        <a:lstStyle/>
        <a:p>
          <a:r>
            <a:rPr lang="en-US">
              <a:solidFill>
                <a:srgbClr val="000000"/>
              </a:solidFill>
            </a:rPr>
            <a:t>Deliverables</a:t>
          </a:r>
          <a:endParaRPr lang="en-US"/>
        </a:p>
      </dgm:t>
    </dgm:pt>
    <dgm:pt modelId="{C4937C86-EFFB-4350-BCDB-978FD5EBFF10}" type="parTrans" cxnId="{F8707FAE-5D43-426E-B1E6-C7A9412B6623}">
      <dgm:prSet/>
      <dgm:spPr/>
      <dgm:t>
        <a:bodyPr/>
        <a:lstStyle/>
        <a:p>
          <a:endParaRPr lang="en-US"/>
        </a:p>
      </dgm:t>
    </dgm:pt>
    <dgm:pt modelId="{3FD34DFA-1C16-4E43-99AD-1BC48CF5A43A}" type="sibTrans" cxnId="{F8707FAE-5D43-426E-B1E6-C7A9412B6623}">
      <dgm:prSet/>
      <dgm:spPr/>
      <dgm:t>
        <a:bodyPr/>
        <a:lstStyle/>
        <a:p>
          <a:endParaRPr lang="en-US"/>
        </a:p>
      </dgm:t>
    </dgm:pt>
    <dgm:pt modelId="{8AAB4257-0E0E-4B02-A095-F2A3E6CC6E69}" type="pres">
      <dgm:prSet presAssocID="{00EED91E-19D7-4C55-9F8F-07C99745CEA6}" presName="linear" presStyleCnt="0">
        <dgm:presLayoutVars>
          <dgm:animLvl val="lvl"/>
          <dgm:resizeHandles val="exact"/>
        </dgm:presLayoutVars>
      </dgm:prSet>
      <dgm:spPr/>
    </dgm:pt>
    <dgm:pt modelId="{09095FD4-8CBB-42C7-BD7E-CAB4F9E2CB92}" type="pres">
      <dgm:prSet presAssocID="{44D934EF-E541-45FF-BA97-6721ACE2EC44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070BF27-16B7-4136-9944-3908A78C3344}" type="pres">
      <dgm:prSet presAssocID="{D7DCD6DE-CB03-4EC1-A826-CEAB2AAB7952}" presName="spacer" presStyleCnt="0"/>
      <dgm:spPr/>
    </dgm:pt>
    <dgm:pt modelId="{34ECD465-998A-4FC1-B6B2-A217DA3E1C5D}" type="pres">
      <dgm:prSet presAssocID="{493C7569-AC79-4CD9-AE9B-D952BA9B0202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07DAE016-B03C-4BD8-BB84-50F2A31CCA50}" type="pres">
      <dgm:prSet presAssocID="{9D88B968-7575-4760-8243-83E8F4EF2A77}" presName="spacer" presStyleCnt="0"/>
      <dgm:spPr/>
    </dgm:pt>
    <dgm:pt modelId="{92FF0B05-022C-4A86-AC16-A126639B486B}" type="pres">
      <dgm:prSet presAssocID="{51562F86-04E6-4D9C-8BD0-82A3CF11A9A4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5341C078-2BF2-4975-B861-A8A5037CF5F9}" type="pres">
      <dgm:prSet presAssocID="{EDB35684-3396-44BE-BEAE-F3F505CB891D}" presName="spacer" presStyleCnt="0"/>
      <dgm:spPr/>
    </dgm:pt>
    <dgm:pt modelId="{835420A2-04C9-4BE8-B645-32CF1AD5F79F}" type="pres">
      <dgm:prSet presAssocID="{FE679A5A-6C41-47DB-A418-579E3B079ADD}" presName="parentText" presStyleLbl="node1" presStyleIdx="3" presStyleCnt="7" custLinFactNeighborX="-180">
        <dgm:presLayoutVars>
          <dgm:chMax val="0"/>
          <dgm:bulletEnabled val="1"/>
        </dgm:presLayoutVars>
      </dgm:prSet>
      <dgm:spPr/>
    </dgm:pt>
    <dgm:pt modelId="{7C67A016-1FA7-4893-9DF6-DC656AB087FD}" type="pres">
      <dgm:prSet presAssocID="{3489DADB-41E3-4533-8A88-325F0D319DC1}" presName="spacer" presStyleCnt="0"/>
      <dgm:spPr/>
    </dgm:pt>
    <dgm:pt modelId="{5351810B-9E63-449C-93C5-4BA0FDD2DFBC}" type="pres">
      <dgm:prSet presAssocID="{76E2253E-604A-4A26-8438-1D0B521F138E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B9BA5B7B-A636-4A07-8E18-074DE636C010}" type="pres">
      <dgm:prSet presAssocID="{FD5EF8B0-8FF5-493F-916A-315B7D40E088}" presName="spacer" presStyleCnt="0"/>
      <dgm:spPr/>
    </dgm:pt>
    <dgm:pt modelId="{E80AC758-B581-4418-ADF9-982ECFC3ECAE}" type="pres">
      <dgm:prSet presAssocID="{A87945A3-11F2-4FD6-84DD-1E9642B79122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C7B6C539-D344-47A8-9AA9-DA46EC892394}" type="pres">
      <dgm:prSet presAssocID="{3FD34DFA-1C16-4E43-99AD-1BC48CF5A43A}" presName="spacer" presStyleCnt="0"/>
      <dgm:spPr/>
    </dgm:pt>
    <dgm:pt modelId="{4C352440-C4AF-46F2-9AE7-D105434EE785}" type="pres">
      <dgm:prSet presAssocID="{BCE87789-9FE8-4AE8-8E8E-62ED5A3894D1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88473808-3643-4723-90AE-C77FC9FFED13}" srcId="{00EED91E-19D7-4C55-9F8F-07C99745CEA6}" destId="{FE679A5A-6C41-47DB-A418-579E3B079ADD}" srcOrd="3" destOrd="0" parTransId="{6C210B66-4252-4CD8-9246-50D56395130C}" sibTransId="{3489DADB-41E3-4533-8A88-325F0D319DC1}"/>
    <dgm:cxn modelId="{273C3C0E-FBA4-4A14-89D9-64C16F6BA16B}" srcId="{00EED91E-19D7-4C55-9F8F-07C99745CEA6}" destId="{51562F86-04E6-4D9C-8BD0-82A3CF11A9A4}" srcOrd="2" destOrd="0" parTransId="{B1FC0B34-453E-4681-AEDB-EDDD67507F42}" sibTransId="{EDB35684-3396-44BE-BEAE-F3F505CB891D}"/>
    <dgm:cxn modelId="{22AED313-B982-40A1-8271-782F842663D4}" srcId="{00EED91E-19D7-4C55-9F8F-07C99745CEA6}" destId="{BCE87789-9FE8-4AE8-8E8E-62ED5A3894D1}" srcOrd="6" destOrd="0" parTransId="{AD937CFA-45FB-47DD-BA69-2C64367E0BB5}" sibTransId="{5965B094-D774-4C9D-8FFA-BA8D844B9BC4}"/>
    <dgm:cxn modelId="{019EEE23-4BB8-4352-9520-5A78A764A3C0}" type="presOf" srcId="{FE679A5A-6C41-47DB-A418-579E3B079ADD}" destId="{835420A2-04C9-4BE8-B645-32CF1AD5F79F}" srcOrd="0" destOrd="0" presId="urn:microsoft.com/office/officeart/2005/8/layout/vList2"/>
    <dgm:cxn modelId="{8F421B6C-768C-4595-BE15-E0F13BFE2B4C}" srcId="{00EED91E-19D7-4C55-9F8F-07C99745CEA6}" destId="{44D934EF-E541-45FF-BA97-6721ACE2EC44}" srcOrd="0" destOrd="0" parTransId="{0542D548-8D71-4105-81CE-81BF0E4926F1}" sibTransId="{D7DCD6DE-CB03-4EC1-A826-CEAB2AAB7952}"/>
    <dgm:cxn modelId="{C17D916C-9352-4068-9BEA-C72614CECEE5}" type="presOf" srcId="{76E2253E-604A-4A26-8438-1D0B521F138E}" destId="{5351810B-9E63-449C-93C5-4BA0FDD2DFBC}" srcOrd="0" destOrd="0" presId="urn:microsoft.com/office/officeart/2005/8/layout/vList2"/>
    <dgm:cxn modelId="{7EFB4384-9AAA-4EFA-B197-669D8DD23EAC}" type="presOf" srcId="{00EED91E-19D7-4C55-9F8F-07C99745CEA6}" destId="{8AAB4257-0E0E-4B02-A095-F2A3E6CC6E69}" srcOrd="0" destOrd="0" presId="urn:microsoft.com/office/officeart/2005/8/layout/vList2"/>
    <dgm:cxn modelId="{F699158A-E624-49BC-A6FB-A95395DD067A}" type="presOf" srcId="{BCE87789-9FE8-4AE8-8E8E-62ED5A3894D1}" destId="{4C352440-C4AF-46F2-9AE7-D105434EE785}" srcOrd="0" destOrd="0" presId="urn:microsoft.com/office/officeart/2005/8/layout/vList2"/>
    <dgm:cxn modelId="{E8A1CD9D-7375-4420-930D-3C69D17EB42F}" type="presOf" srcId="{44D934EF-E541-45FF-BA97-6721ACE2EC44}" destId="{09095FD4-8CBB-42C7-BD7E-CAB4F9E2CB92}" srcOrd="0" destOrd="0" presId="urn:microsoft.com/office/officeart/2005/8/layout/vList2"/>
    <dgm:cxn modelId="{F8707FAE-5D43-426E-B1E6-C7A9412B6623}" srcId="{00EED91E-19D7-4C55-9F8F-07C99745CEA6}" destId="{A87945A3-11F2-4FD6-84DD-1E9642B79122}" srcOrd="5" destOrd="0" parTransId="{C4937C86-EFFB-4350-BCDB-978FD5EBFF10}" sibTransId="{3FD34DFA-1C16-4E43-99AD-1BC48CF5A43A}"/>
    <dgm:cxn modelId="{8C9F7ABE-5DDE-44E1-8709-D1967667139B}" srcId="{00EED91E-19D7-4C55-9F8F-07C99745CEA6}" destId="{493C7569-AC79-4CD9-AE9B-D952BA9B0202}" srcOrd="1" destOrd="0" parTransId="{A2AC8628-2EDE-4069-B6DF-88F947E6D4EA}" sibTransId="{9D88B968-7575-4760-8243-83E8F4EF2A77}"/>
    <dgm:cxn modelId="{5FF1E9C8-67A6-48E0-BD16-A85BF85DF7F9}" type="presOf" srcId="{493C7569-AC79-4CD9-AE9B-D952BA9B0202}" destId="{34ECD465-998A-4FC1-B6B2-A217DA3E1C5D}" srcOrd="0" destOrd="0" presId="urn:microsoft.com/office/officeart/2005/8/layout/vList2"/>
    <dgm:cxn modelId="{BABF68CC-7F88-47EA-9B81-816B0DBAA4B2}" srcId="{00EED91E-19D7-4C55-9F8F-07C99745CEA6}" destId="{76E2253E-604A-4A26-8438-1D0B521F138E}" srcOrd="4" destOrd="0" parTransId="{8087ECA9-B0F3-4C08-B6A7-867DCC218DD8}" sibTransId="{FD5EF8B0-8FF5-493F-916A-315B7D40E088}"/>
    <dgm:cxn modelId="{1038FCD0-97DE-4D6D-AF87-7004ED67BE64}" type="presOf" srcId="{A87945A3-11F2-4FD6-84DD-1E9642B79122}" destId="{E80AC758-B581-4418-ADF9-982ECFC3ECAE}" srcOrd="0" destOrd="0" presId="urn:microsoft.com/office/officeart/2005/8/layout/vList2"/>
    <dgm:cxn modelId="{078448D5-120F-4FE4-BFAC-9A954B5F071C}" type="presOf" srcId="{51562F86-04E6-4D9C-8BD0-82A3CF11A9A4}" destId="{92FF0B05-022C-4A86-AC16-A126639B486B}" srcOrd="0" destOrd="0" presId="urn:microsoft.com/office/officeart/2005/8/layout/vList2"/>
    <dgm:cxn modelId="{5A1128D4-4F05-41A6-9E6D-1A5904D2D6DA}" type="presParOf" srcId="{8AAB4257-0E0E-4B02-A095-F2A3E6CC6E69}" destId="{09095FD4-8CBB-42C7-BD7E-CAB4F9E2CB92}" srcOrd="0" destOrd="0" presId="urn:microsoft.com/office/officeart/2005/8/layout/vList2"/>
    <dgm:cxn modelId="{577658D1-124B-41E7-AF55-7F71B8D6D211}" type="presParOf" srcId="{8AAB4257-0E0E-4B02-A095-F2A3E6CC6E69}" destId="{6070BF27-16B7-4136-9944-3908A78C3344}" srcOrd="1" destOrd="0" presId="urn:microsoft.com/office/officeart/2005/8/layout/vList2"/>
    <dgm:cxn modelId="{EA3A075B-B419-4A4C-8E47-9A88848AD55A}" type="presParOf" srcId="{8AAB4257-0E0E-4B02-A095-F2A3E6CC6E69}" destId="{34ECD465-998A-4FC1-B6B2-A217DA3E1C5D}" srcOrd="2" destOrd="0" presId="urn:microsoft.com/office/officeart/2005/8/layout/vList2"/>
    <dgm:cxn modelId="{A4D47E2B-8AB7-4E1B-B0AE-3611E52DE094}" type="presParOf" srcId="{8AAB4257-0E0E-4B02-A095-F2A3E6CC6E69}" destId="{07DAE016-B03C-4BD8-BB84-50F2A31CCA50}" srcOrd="3" destOrd="0" presId="urn:microsoft.com/office/officeart/2005/8/layout/vList2"/>
    <dgm:cxn modelId="{38C916B3-7B2D-44D9-AE1A-435317C31E56}" type="presParOf" srcId="{8AAB4257-0E0E-4B02-A095-F2A3E6CC6E69}" destId="{92FF0B05-022C-4A86-AC16-A126639B486B}" srcOrd="4" destOrd="0" presId="urn:microsoft.com/office/officeart/2005/8/layout/vList2"/>
    <dgm:cxn modelId="{D55FE1CD-227B-43AD-B7DB-6B8D66390DD6}" type="presParOf" srcId="{8AAB4257-0E0E-4B02-A095-F2A3E6CC6E69}" destId="{5341C078-2BF2-4975-B861-A8A5037CF5F9}" srcOrd="5" destOrd="0" presId="urn:microsoft.com/office/officeart/2005/8/layout/vList2"/>
    <dgm:cxn modelId="{D7A163B3-FC67-4670-8A4B-F01E0B5EECE2}" type="presParOf" srcId="{8AAB4257-0E0E-4B02-A095-F2A3E6CC6E69}" destId="{835420A2-04C9-4BE8-B645-32CF1AD5F79F}" srcOrd="6" destOrd="0" presId="urn:microsoft.com/office/officeart/2005/8/layout/vList2"/>
    <dgm:cxn modelId="{0FAD54A0-5457-4C41-A005-3F8D436DE22E}" type="presParOf" srcId="{8AAB4257-0E0E-4B02-A095-F2A3E6CC6E69}" destId="{7C67A016-1FA7-4893-9DF6-DC656AB087FD}" srcOrd="7" destOrd="0" presId="urn:microsoft.com/office/officeart/2005/8/layout/vList2"/>
    <dgm:cxn modelId="{60006ADE-14BC-4F20-A5C1-417F7D2BDD00}" type="presParOf" srcId="{8AAB4257-0E0E-4B02-A095-F2A3E6CC6E69}" destId="{5351810B-9E63-449C-93C5-4BA0FDD2DFBC}" srcOrd="8" destOrd="0" presId="urn:microsoft.com/office/officeart/2005/8/layout/vList2"/>
    <dgm:cxn modelId="{725F0BFB-B4DD-4530-A47A-AE952194AA2A}" type="presParOf" srcId="{8AAB4257-0E0E-4B02-A095-F2A3E6CC6E69}" destId="{B9BA5B7B-A636-4A07-8E18-074DE636C010}" srcOrd="9" destOrd="0" presId="urn:microsoft.com/office/officeart/2005/8/layout/vList2"/>
    <dgm:cxn modelId="{A4380B85-C655-44E3-BCA5-E5F377CA397B}" type="presParOf" srcId="{8AAB4257-0E0E-4B02-A095-F2A3E6CC6E69}" destId="{E80AC758-B581-4418-ADF9-982ECFC3ECAE}" srcOrd="10" destOrd="0" presId="urn:microsoft.com/office/officeart/2005/8/layout/vList2"/>
    <dgm:cxn modelId="{29A9C49B-B9BF-4DB7-BCBB-9B2BF909A640}" type="presParOf" srcId="{8AAB4257-0E0E-4B02-A095-F2A3E6CC6E69}" destId="{C7B6C539-D344-47A8-9AA9-DA46EC892394}" srcOrd="11" destOrd="0" presId="urn:microsoft.com/office/officeart/2005/8/layout/vList2"/>
    <dgm:cxn modelId="{A1F42444-F21B-43EF-BFB4-B92A83B7B53A}" type="presParOf" srcId="{8AAB4257-0E0E-4B02-A095-F2A3E6CC6E69}" destId="{4C352440-C4AF-46F2-9AE7-D105434EE785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FB80734-826D-47D5-8A6D-EE3E7F7610C3}" type="doc">
      <dgm:prSet loTypeId="urn:microsoft.com/office/officeart/2005/8/layout/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55F0FE-8CFD-41E9-9416-35BB97BFABB6}">
      <dgm:prSet/>
      <dgm:spPr/>
      <dgm:t>
        <a:bodyPr/>
        <a:lstStyle/>
        <a:p>
          <a:r>
            <a:rPr lang="en-US" b="1" dirty="0">
              <a:latin typeface="+mj-lt"/>
            </a:rPr>
            <a:t>Overall Project</a:t>
          </a:r>
        </a:p>
      </dgm:t>
    </dgm:pt>
    <dgm:pt modelId="{DF7E0249-A099-46DA-B346-558A3F5B253B}" type="parTrans" cxnId="{2E00C589-D8C4-40D9-9F1D-B2DEC6F7B2BB}">
      <dgm:prSet/>
      <dgm:spPr/>
      <dgm:t>
        <a:bodyPr/>
        <a:lstStyle/>
        <a:p>
          <a:endParaRPr lang="en-US"/>
        </a:p>
      </dgm:t>
    </dgm:pt>
    <dgm:pt modelId="{B16A72D4-0835-45A5-B5EB-70FA1A0FECBD}" type="sibTrans" cxnId="{2E00C589-D8C4-40D9-9F1D-B2DEC6F7B2BB}">
      <dgm:prSet/>
      <dgm:spPr/>
      <dgm:t>
        <a:bodyPr/>
        <a:lstStyle/>
        <a:p>
          <a:endParaRPr lang="en-US"/>
        </a:p>
      </dgm:t>
    </dgm:pt>
    <dgm:pt modelId="{CB27AAFF-544D-4A6F-BDB0-42795B7F06D2}">
      <dgm:prSet/>
      <dgm:spPr/>
      <dgm:t>
        <a:bodyPr/>
        <a:lstStyle/>
        <a:p>
          <a:pPr marL="173736" lvl="1" indent="-173736" defTabSz="400050">
            <a:spcBef>
              <a:spcPct val="0"/>
            </a:spcBef>
            <a:spcAft>
              <a:spcPts val="300"/>
            </a:spcAft>
            <a:buFont typeface="Arial" panose="020B0604020202020204" pitchFamily="34" charset="0"/>
            <a:buChar char="•"/>
          </a:pPr>
          <a:r>
            <a:rPr lang="en-US" b="0" kern="1200" dirty="0">
              <a:solidFill>
                <a:srgbClr val="000000"/>
              </a:solidFill>
              <a:latin typeface="+mn-lt"/>
              <a:ea typeface="Verdana" panose="020B0604030504040204" pitchFamily="34" charset="0"/>
            </a:rPr>
            <a:t>Detailed AWS Assessment including recommendations</a:t>
          </a:r>
          <a:endParaRPr lang="en-US" b="0" kern="1200" dirty="0">
            <a:solidFill>
              <a:srgbClr val="000000"/>
            </a:solidFill>
            <a:latin typeface="+mn-lt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78747E6B-CF45-43CA-A464-97D65A912211}" type="parTrans" cxnId="{E6C16F33-A988-48E7-9DA3-B274883AD287}">
      <dgm:prSet/>
      <dgm:spPr/>
      <dgm:t>
        <a:bodyPr/>
        <a:lstStyle/>
        <a:p>
          <a:endParaRPr lang="en-US"/>
        </a:p>
      </dgm:t>
    </dgm:pt>
    <dgm:pt modelId="{6A26BA40-EE60-4347-8111-13B60B0B0F4D}" type="sibTrans" cxnId="{E6C16F33-A988-48E7-9DA3-B274883AD287}">
      <dgm:prSet/>
      <dgm:spPr/>
      <dgm:t>
        <a:bodyPr/>
        <a:lstStyle/>
        <a:p>
          <a:endParaRPr lang="en-US"/>
        </a:p>
      </dgm:t>
    </dgm:pt>
    <dgm:pt modelId="{AB2E7DF1-F87E-49F8-9E14-AD2AF8F5EAFF}">
      <dgm:prSet/>
      <dgm:spPr/>
      <dgm:t>
        <a:bodyPr/>
        <a:lstStyle/>
        <a:p>
          <a:r>
            <a:rPr lang="en-US" b="1" dirty="0">
              <a:latin typeface="+mj-lt"/>
            </a:rPr>
            <a:t>Project Management</a:t>
          </a:r>
        </a:p>
      </dgm:t>
    </dgm:pt>
    <dgm:pt modelId="{73D79EAA-70BE-439D-922B-E44A3FF52F20}" type="parTrans" cxnId="{8B2C1D63-D5F6-427E-8B43-54A49C990A80}">
      <dgm:prSet/>
      <dgm:spPr/>
      <dgm:t>
        <a:bodyPr/>
        <a:lstStyle/>
        <a:p>
          <a:endParaRPr lang="en-US"/>
        </a:p>
      </dgm:t>
    </dgm:pt>
    <dgm:pt modelId="{35CAE47D-980D-4DD3-ADF7-C4A4CF4711FF}" type="sibTrans" cxnId="{8B2C1D63-D5F6-427E-8B43-54A49C990A80}">
      <dgm:prSet/>
      <dgm:spPr/>
      <dgm:t>
        <a:bodyPr/>
        <a:lstStyle/>
        <a:p>
          <a:endParaRPr lang="en-US"/>
        </a:p>
      </dgm:t>
    </dgm:pt>
    <dgm:pt modelId="{94854320-6EB6-4975-8554-C394B5E4E13F}">
      <dgm:prSet/>
      <dgm:spPr/>
      <dgm:t>
        <a:bodyPr/>
        <a:lstStyle/>
        <a:p>
          <a:pPr marL="173736" indent="-173736">
            <a:spcAft>
              <a:spcPts val="300"/>
            </a:spcAft>
          </a:pPr>
          <a:r>
            <a:rPr lang="en-US" b="0" kern="1200" dirty="0">
              <a:solidFill>
                <a:srgbClr val="000000"/>
              </a:solidFill>
              <a:latin typeface="+mn-lt"/>
              <a:ea typeface="Verdana" panose="020B0604030504040204" pitchFamily="34" charset="0"/>
            </a:rPr>
            <a:t>Client will provide all required project management and backlog direction</a:t>
          </a:r>
          <a:endParaRPr lang="en-US" b="0" kern="1200" dirty="0">
            <a:solidFill>
              <a:srgbClr val="000000"/>
            </a:solidFill>
            <a:latin typeface="+mn-lt"/>
            <a:ea typeface="Verdana" panose="020B0604030504040204" pitchFamily="34" charset="0"/>
            <a:cs typeface="Verdana" panose="020B0604030504040204" pitchFamily="34" charset="0"/>
          </a:endParaRPr>
        </a:p>
      </dgm:t>
    </dgm:pt>
    <dgm:pt modelId="{B5078333-EF2F-48C3-BA60-C9F8DCEC9E90}" type="parTrans" cxnId="{0D2F82EE-AF98-4F6A-B846-6F38DA2AB822}">
      <dgm:prSet/>
      <dgm:spPr/>
      <dgm:t>
        <a:bodyPr/>
        <a:lstStyle/>
        <a:p>
          <a:endParaRPr lang="en-US"/>
        </a:p>
      </dgm:t>
    </dgm:pt>
    <dgm:pt modelId="{7F76AA35-FC4A-44F4-A434-785F0C02CAC2}" type="sibTrans" cxnId="{0D2F82EE-AF98-4F6A-B846-6F38DA2AB822}">
      <dgm:prSet/>
      <dgm:spPr/>
      <dgm:t>
        <a:bodyPr/>
        <a:lstStyle/>
        <a:p>
          <a:endParaRPr lang="en-US"/>
        </a:p>
      </dgm:t>
    </dgm:pt>
    <dgm:pt modelId="{D30B8D9D-A473-4455-BE1F-D634A3A1680E}">
      <dgm:prSet/>
      <dgm:spPr/>
      <dgm:t>
        <a:bodyPr/>
        <a:lstStyle/>
        <a:p>
          <a:pPr marL="173736" lvl="1" indent="-173736" defTabSz="400050">
            <a:spcBef>
              <a:spcPct val="0"/>
            </a:spcBef>
            <a:spcAft>
              <a:spcPts val="300"/>
            </a:spcAft>
            <a:buFont typeface="Arial" panose="020B0604020202020204" pitchFamily="34" charset="0"/>
            <a:buChar char="•"/>
          </a:pPr>
          <a:r>
            <a:rPr lang="en-US" b="0" kern="1200" dirty="0"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Post Installation wireless site survey report</a:t>
          </a:r>
        </a:p>
      </dgm:t>
    </dgm:pt>
    <dgm:pt modelId="{5D5943EA-63DA-4691-B97B-D4F4B7E93467}" type="parTrans" cxnId="{4FFC7826-0E55-4698-B15D-C8BAEFE719A0}">
      <dgm:prSet/>
      <dgm:spPr/>
      <dgm:t>
        <a:bodyPr/>
        <a:lstStyle/>
        <a:p>
          <a:endParaRPr lang="en-US"/>
        </a:p>
      </dgm:t>
    </dgm:pt>
    <dgm:pt modelId="{287910E5-1FA5-4968-B58A-9C922BCF8D47}" type="sibTrans" cxnId="{4FFC7826-0E55-4698-B15D-C8BAEFE719A0}">
      <dgm:prSet/>
      <dgm:spPr/>
      <dgm:t>
        <a:bodyPr/>
        <a:lstStyle/>
        <a:p>
          <a:endParaRPr lang="en-US"/>
        </a:p>
      </dgm:t>
    </dgm:pt>
    <dgm:pt modelId="{2A8D83CE-A369-4BDC-BA2E-2056DC47E333}" type="pres">
      <dgm:prSet presAssocID="{6FB80734-826D-47D5-8A6D-EE3E7F7610C3}" presName="linear" presStyleCnt="0">
        <dgm:presLayoutVars>
          <dgm:dir/>
          <dgm:animLvl val="lvl"/>
          <dgm:resizeHandles val="exact"/>
        </dgm:presLayoutVars>
      </dgm:prSet>
      <dgm:spPr/>
    </dgm:pt>
    <dgm:pt modelId="{9EFC58F3-A14F-4487-90EF-A392E4BA7F04}" type="pres">
      <dgm:prSet presAssocID="{6C55F0FE-8CFD-41E9-9416-35BB97BFABB6}" presName="parentLin" presStyleCnt="0"/>
      <dgm:spPr/>
    </dgm:pt>
    <dgm:pt modelId="{D6708032-21FD-4589-A320-DB5E826606CE}" type="pres">
      <dgm:prSet presAssocID="{6C55F0FE-8CFD-41E9-9416-35BB97BFABB6}" presName="parentLeftMargin" presStyleLbl="node1" presStyleIdx="0" presStyleCnt="2"/>
      <dgm:spPr/>
    </dgm:pt>
    <dgm:pt modelId="{17753748-48B3-4F40-8AEE-98EBEFE51921}" type="pres">
      <dgm:prSet presAssocID="{6C55F0FE-8CFD-41E9-9416-35BB97BFABB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CEC44D-9B45-474B-A3A9-CF2C337B1B85}" type="pres">
      <dgm:prSet presAssocID="{6C55F0FE-8CFD-41E9-9416-35BB97BFABB6}" presName="negativeSpace" presStyleCnt="0"/>
      <dgm:spPr/>
    </dgm:pt>
    <dgm:pt modelId="{A7AC40A9-671D-4F4E-8DE4-0B48341CBFAE}" type="pres">
      <dgm:prSet presAssocID="{6C55F0FE-8CFD-41E9-9416-35BB97BFABB6}" presName="childText" presStyleLbl="conFgAcc1" presStyleIdx="0" presStyleCnt="2">
        <dgm:presLayoutVars>
          <dgm:bulletEnabled val="1"/>
        </dgm:presLayoutVars>
      </dgm:prSet>
      <dgm:spPr/>
    </dgm:pt>
    <dgm:pt modelId="{71985F46-F224-49B4-BD05-AD6B5B2EE249}" type="pres">
      <dgm:prSet presAssocID="{B16A72D4-0835-45A5-B5EB-70FA1A0FECBD}" presName="spaceBetweenRectangles" presStyleCnt="0"/>
      <dgm:spPr/>
    </dgm:pt>
    <dgm:pt modelId="{53C165AB-A09E-4E53-813D-582F2D2A1A7E}" type="pres">
      <dgm:prSet presAssocID="{AB2E7DF1-F87E-49F8-9E14-AD2AF8F5EAFF}" presName="parentLin" presStyleCnt="0"/>
      <dgm:spPr/>
    </dgm:pt>
    <dgm:pt modelId="{B1B9F312-AF64-4B21-9C61-F637E0C528D1}" type="pres">
      <dgm:prSet presAssocID="{AB2E7DF1-F87E-49F8-9E14-AD2AF8F5EAFF}" presName="parentLeftMargin" presStyleLbl="node1" presStyleIdx="0" presStyleCnt="2"/>
      <dgm:spPr/>
    </dgm:pt>
    <dgm:pt modelId="{1DE6952B-723B-4313-A33B-0754474C293D}" type="pres">
      <dgm:prSet presAssocID="{AB2E7DF1-F87E-49F8-9E14-AD2AF8F5EAF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430AB3E-3C23-4BDE-8644-D3C4B5BBF699}" type="pres">
      <dgm:prSet presAssocID="{AB2E7DF1-F87E-49F8-9E14-AD2AF8F5EAFF}" presName="negativeSpace" presStyleCnt="0"/>
      <dgm:spPr/>
    </dgm:pt>
    <dgm:pt modelId="{203764F8-9955-48E9-820B-86F52B110994}" type="pres">
      <dgm:prSet presAssocID="{AB2E7DF1-F87E-49F8-9E14-AD2AF8F5EAF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416F50B-6789-473D-B7E8-EB5EF96B71AE}" type="presOf" srcId="{6C55F0FE-8CFD-41E9-9416-35BB97BFABB6}" destId="{17753748-48B3-4F40-8AEE-98EBEFE51921}" srcOrd="1" destOrd="0" presId="urn:microsoft.com/office/officeart/2005/8/layout/list1"/>
    <dgm:cxn modelId="{0598D80F-4F1C-44CB-B8BF-A3387ED0955C}" type="presOf" srcId="{AB2E7DF1-F87E-49F8-9E14-AD2AF8F5EAFF}" destId="{1DE6952B-723B-4313-A33B-0754474C293D}" srcOrd="1" destOrd="0" presId="urn:microsoft.com/office/officeart/2005/8/layout/list1"/>
    <dgm:cxn modelId="{4FFC7826-0E55-4698-B15D-C8BAEFE719A0}" srcId="{6C55F0FE-8CFD-41E9-9416-35BB97BFABB6}" destId="{D30B8D9D-A473-4455-BE1F-D634A3A1680E}" srcOrd="1" destOrd="0" parTransId="{5D5943EA-63DA-4691-B97B-D4F4B7E93467}" sibTransId="{287910E5-1FA5-4968-B58A-9C922BCF8D47}"/>
    <dgm:cxn modelId="{E6C16F33-A988-48E7-9DA3-B274883AD287}" srcId="{6C55F0FE-8CFD-41E9-9416-35BB97BFABB6}" destId="{CB27AAFF-544D-4A6F-BDB0-42795B7F06D2}" srcOrd="0" destOrd="0" parTransId="{78747E6B-CF45-43CA-A464-97D65A912211}" sibTransId="{6A26BA40-EE60-4347-8111-13B60B0B0F4D}"/>
    <dgm:cxn modelId="{8B2C1D63-D5F6-427E-8B43-54A49C990A80}" srcId="{6FB80734-826D-47D5-8A6D-EE3E7F7610C3}" destId="{AB2E7DF1-F87E-49F8-9E14-AD2AF8F5EAFF}" srcOrd="1" destOrd="0" parTransId="{73D79EAA-70BE-439D-922B-E44A3FF52F20}" sibTransId="{35CAE47D-980D-4DD3-ADF7-C4A4CF4711FF}"/>
    <dgm:cxn modelId="{0F95144F-FA66-4D86-9C96-0419F695A522}" type="presOf" srcId="{6FB80734-826D-47D5-8A6D-EE3E7F7610C3}" destId="{2A8D83CE-A369-4BDC-BA2E-2056DC47E333}" srcOrd="0" destOrd="0" presId="urn:microsoft.com/office/officeart/2005/8/layout/list1"/>
    <dgm:cxn modelId="{2E00C589-D8C4-40D9-9F1D-B2DEC6F7B2BB}" srcId="{6FB80734-826D-47D5-8A6D-EE3E7F7610C3}" destId="{6C55F0FE-8CFD-41E9-9416-35BB97BFABB6}" srcOrd="0" destOrd="0" parTransId="{DF7E0249-A099-46DA-B346-558A3F5B253B}" sibTransId="{B16A72D4-0835-45A5-B5EB-70FA1A0FECBD}"/>
    <dgm:cxn modelId="{C15FC2A1-4E8F-4526-A455-6BD58072CC5A}" type="presOf" srcId="{D30B8D9D-A473-4455-BE1F-D634A3A1680E}" destId="{A7AC40A9-671D-4F4E-8DE4-0B48341CBFAE}" srcOrd="0" destOrd="1" presId="urn:microsoft.com/office/officeart/2005/8/layout/list1"/>
    <dgm:cxn modelId="{67FF98A8-16D4-4B38-99BC-5C4128625CED}" type="presOf" srcId="{AB2E7DF1-F87E-49F8-9E14-AD2AF8F5EAFF}" destId="{B1B9F312-AF64-4B21-9C61-F637E0C528D1}" srcOrd="0" destOrd="0" presId="urn:microsoft.com/office/officeart/2005/8/layout/list1"/>
    <dgm:cxn modelId="{BFF3D6B4-88FE-434A-AA7C-CE2E6F6DFA70}" type="presOf" srcId="{94854320-6EB6-4975-8554-C394B5E4E13F}" destId="{203764F8-9955-48E9-820B-86F52B110994}" srcOrd="0" destOrd="0" presId="urn:microsoft.com/office/officeart/2005/8/layout/list1"/>
    <dgm:cxn modelId="{400E55BD-66A7-4057-BD9F-849DCA91988F}" type="presOf" srcId="{CB27AAFF-544D-4A6F-BDB0-42795B7F06D2}" destId="{A7AC40A9-671D-4F4E-8DE4-0B48341CBFAE}" srcOrd="0" destOrd="0" presId="urn:microsoft.com/office/officeart/2005/8/layout/list1"/>
    <dgm:cxn modelId="{B7714FD8-A5F2-4AFF-A6FF-C7F0F52C8507}" type="presOf" srcId="{6C55F0FE-8CFD-41E9-9416-35BB97BFABB6}" destId="{D6708032-21FD-4589-A320-DB5E826606CE}" srcOrd="0" destOrd="0" presId="urn:microsoft.com/office/officeart/2005/8/layout/list1"/>
    <dgm:cxn modelId="{0D2F82EE-AF98-4F6A-B846-6F38DA2AB822}" srcId="{AB2E7DF1-F87E-49F8-9E14-AD2AF8F5EAFF}" destId="{94854320-6EB6-4975-8554-C394B5E4E13F}" srcOrd="0" destOrd="0" parTransId="{B5078333-EF2F-48C3-BA60-C9F8DCEC9E90}" sibTransId="{7F76AA35-FC4A-44F4-A434-785F0C02CAC2}"/>
    <dgm:cxn modelId="{F0FE3211-DB37-4D96-8403-D948FE20CBDD}" type="presParOf" srcId="{2A8D83CE-A369-4BDC-BA2E-2056DC47E333}" destId="{9EFC58F3-A14F-4487-90EF-A392E4BA7F04}" srcOrd="0" destOrd="0" presId="urn:microsoft.com/office/officeart/2005/8/layout/list1"/>
    <dgm:cxn modelId="{014E6B2A-22DC-498F-A339-E26FE69E98FE}" type="presParOf" srcId="{9EFC58F3-A14F-4487-90EF-A392E4BA7F04}" destId="{D6708032-21FD-4589-A320-DB5E826606CE}" srcOrd="0" destOrd="0" presId="urn:microsoft.com/office/officeart/2005/8/layout/list1"/>
    <dgm:cxn modelId="{430D829D-F558-466A-8810-B57762E11DAF}" type="presParOf" srcId="{9EFC58F3-A14F-4487-90EF-A392E4BA7F04}" destId="{17753748-48B3-4F40-8AEE-98EBEFE51921}" srcOrd="1" destOrd="0" presId="urn:microsoft.com/office/officeart/2005/8/layout/list1"/>
    <dgm:cxn modelId="{BE9F74A3-DD91-4692-9494-97CE90ADD3F3}" type="presParOf" srcId="{2A8D83CE-A369-4BDC-BA2E-2056DC47E333}" destId="{3DCEC44D-9B45-474B-A3A9-CF2C337B1B85}" srcOrd="1" destOrd="0" presId="urn:microsoft.com/office/officeart/2005/8/layout/list1"/>
    <dgm:cxn modelId="{43589661-6AB4-479C-8D35-0C121F174DD0}" type="presParOf" srcId="{2A8D83CE-A369-4BDC-BA2E-2056DC47E333}" destId="{A7AC40A9-671D-4F4E-8DE4-0B48341CBFAE}" srcOrd="2" destOrd="0" presId="urn:microsoft.com/office/officeart/2005/8/layout/list1"/>
    <dgm:cxn modelId="{553B4474-64A7-4AFD-9FC8-B81224F043C8}" type="presParOf" srcId="{2A8D83CE-A369-4BDC-BA2E-2056DC47E333}" destId="{71985F46-F224-49B4-BD05-AD6B5B2EE249}" srcOrd="3" destOrd="0" presId="urn:microsoft.com/office/officeart/2005/8/layout/list1"/>
    <dgm:cxn modelId="{0981EC95-0216-4C11-9B90-F21543AEA4BE}" type="presParOf" srcId="{2A8D83CE-A369-4BDC-BA2E-2056DC47E333}" destId="{53C165AB-A09E-4E53-813D-582F2D2A1A7E}" srcOrd="4" destOrd="0" presId="urn:microsoft.com/office/officeart/2005/8/layout/list1"/>
    <dgm:cxn modelId="{B25EA94F-1CE9-4CFE-936C-75412A5108BE}" type="presParOf" srcId="{53C165AB-A09E-4E53-813D-582F2D2A1A7E}" destId="{B1B9F312-AF64-4B21-9C61-F637E0C528D1}" srcOrd="0" destOrd="0" presId="urn:microsoft.com/office/officeart/2005/8/layout/list1"/>
    <dgm:cxn modelId="{C08BC340-325B-4274-907B-7BC2118003AB}" type="presParOf" srcId="{53C165AB-A09E-4E53-813D-582F2D2A1A7E}" destId="{1DE6952B-723B-4313-A33B-0754474C293D}" srcOrd="1" destOrd="0" presId="urn:microsoft.com/office/officeart/2005/8/layout/list1"/>
    <dgm:cxn modelId="{38B2BC83-6636-4F20-9946-7D471904E753}" type="presParOf" srcId="{2A8D83CE-A369-4BDC-BA2E-2056DC47E333}" destId="{6430AB3E-3C23-4BDE-8644-D3C4B5BBF699}" srcOrd="5" destOrd="0" presId="urn:microsoft.com/office/officeart/2005/8/layout/list1"/>
    <dgm:cxn modelId="{61CF95F1-B7D4-4856-BF52-8ABF223B278B}" type="presParOf" srcId="{2A8D83CE-A369-4BDC-BA2E-2056DC47E333}" destId="{203764F8-9955-48E9-820B-86F52B11099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095FD4-8CBB-42C7-BD7E-CAB4F9E2CB92}">
      <dsp:nvSpPr>
        <dsp:cNvPr id="0" name=""/>
        <dsp:cNvSpPr/>
      </dsp:nvSpPr>
      <dsp:spPr>
        <a:xfrm>
          <a:off x="0" y="265853"/>
          <a:ext cx="4159053" cy="397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</a:rPr>
            <a:t>Key Stakeholders</a:t>
          </a:r>
        </a:p>
      </dsp:txBody>
      <dsp:txXfrm>
        <a:off x="19419" y="285272"/>
        <a:ext cx="4120215" cy="358962"/>
      </dsp:txXfrm>
    </dsp:sp>
    <dsp:sp modelId="{34ECD465-998A-4FC1-B6B2-A217DA3E1C5D}">
      <dsp:nvSpPr>
        <dsp:cNvPr id="0" name=""/>
        <dsp:cNvSpPr/>
      </dsp:nvSpPr>
      <dsp:spPr>
        <a:xfrm>
          <a:off x="0" y="712613"/>
          <a:ext cx="4159053" cy="397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</a:rPr>
            <a:t>End of Project Client Satisfaction Survey</a:t>
          </a:r>
        </a:p>
      </dsp:txBody>
      <dsp:txXfrm>
        <a:off x="19419" y="732032"/>
        <a:ext cx="4120215" cy="358962"/>
      </dsp:txXfrm>
    </dsp:sp>
    <dsp:sp modelId="{92FF0B05-022C-4A86-AC16-A126639B486B}">
      <dsp:nvSpPr>
        <dsp:cNvPr id="0" name=""/>
        <dsp:cNvSpPr/>
      </dsp:nvSpPr>
      <dsp:spPr>
        <a:xfrm>
          <a:off x="0" y="1159373"/>
          <a:ext cx="4159053" cy="397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</a:rPr>
            <a:t>Project Logistics</a:t>
          </a:r>
        </a:p>
      </dsp:txBody>
      <dsp:txXfrm>
        <a:off x="19419" y="1178792"/>
        <a:ext cx="4120215" cy="358962"/>
      </dsp:txXfrm>
    </dsp:sp>
    <dsp:sp modelId="{835420A2-04C9-4BE8-B645-32CF1AD5F79F}">
      <dsp:nvSpPr>
        <dsp:cNvPr id="0" name=""/>
        <dsp:cNvSpPr/>
      </dsp:nvSpPr>
      <dsp:spPr>
        <a:xfrm>
          <a:off x="0" y="1606133"/>
          <a:ext cx="4159053" cy="397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</a:rPr>
            <a:t>Objectives / Overview</a:t>
          </a:r>
        </a:p>
      </dsp:txBody>
      <dsp:txXfrm>
        <a:off x="19419" y="1625552"/>
        <a:ext cx="4120215" cy="358962"/>
      </dsp:txXfrm>
    </dsp:sp>
    <dsp:sp modelId="{5351810B-9E63-449C-93C5-4BA0FDD2DFBC}">
      <dsp:nvSpPr>
        <dsp:cNvPr id="0" name=""/>
        <dsp:cNvSpPr/>
      </dsp:nvSpPr>
      <dsp:spPr>
        <a:xfrm>
          <a:off x="0" y="2052893"/>
          <a:ext cx="4159053" cy="397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solidFill>
                <a:srgbClr val="000000"/>
              </a:solidFill>
            </a:rPr>
            <a:t>Scope and Approach</a:t>
          </a:r>
        </a:p>
      </dsp:txBody>
      <dsp:txXfrm>
        <a:off x="19419" y="2072312"/>
        <a:ext cx="4120215" cy="358962"/>
      </dsp:txXfrm>
    </dsp:sp>
    <dsp:sp modelId="{E80AC758-B581-4418-ADF9-982ECFC3ECAE}">
      <dsp:nvSpPr>
        <dsp:cNvPr id="0" name=""/>
        <dsp:cNvSpPr/>
      </dsp:nvSpPr>
      <dsp:spPr>
        <a:xfrm>
          <a:off x="0" y="2499653"/>
          <a:ext cx="4159053" cy="397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000000"/>
              </a:solidFill>
            </a:rPr>
            <a:t>Deliverables</a:t>
          </a:r>
          <a:endParaRPr lang="en-US" sz="1700" kern="1200"/>
        </a:p>
      </dsp:txBody>
      <dsp:txXfrm>
        <a:off x="19419" y="2519072"/>
        <a:ext cx="4120215" cy="358962"/>
      </dsp:txXfrm>
    </dsp:sp>
    <dsp:sp modelId="{4C352440-C4AF-46F2-9AE7-D105434EE785}">
      <dsp:nvSpPr>
        <dsp:cNvPr id="0" name=""/>
        <dsp:cNvSpPr/>
      </dsp:nvSpPr>
      <dsp:spPr>
        <a:xfrm>
          <a:off x="0" y="2946413"/>
          <a:ext cx="4159053" cy="39780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solidFill>
                <a:srgbClr val="000000"/>
              </a:solidFill>
            </a:rPr>
            <a:t>Q &amp; A </a:t>
          </a:r>
          <a:endParaRPr lang="en-US" sz="1700" kern="1200" dirty="0">
            <a:solidFill>
              <a:srgbClr val="000000"/>
            </a:solidFill>
          </a:endParaRPr>
        </a:p>
      </dsp:txBody>
      <dsp:txXfrm>
        <a:off x="19419" y="2965832"/>
        <a:ext cx="4120215" cy="35896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C40A9-671D-4F4E-8DE4-0B48341CBFAE}">
      <dsp:nvSpPr>
        <dsp:cNvPr id="0" name=""/>
        <dsp:cNvSpPr/>
      </dsp:nvSpPr>
      <dsp:spPr>
        <a:xfrm>
          <a:off x="0" y="416443"/>
          <a:ext cx="4947293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3965" tIns="333248" rIns="383965" bIns="113792" numCol="1" spcCol="1270" anchor="t" anchorCtr="0">
          <a:noAutofit/>
        </a:bodyPr>
        <a:lstStyle/>
        <a:p>
          <a:pPr marL="173736" lvl="1" indent="-173736" algn="l" defTabSz="400050">
            <a:lnSpc>
              <a:spcPct val="90000"/>
            </a:lnSpc>
            <a:spcBef>
              <a:spcPct val="0"/>
            </a:spcBef>
            <a:spcAft>
              <a:spcPts val="300"/>
            </a:spcAft>
            <a:buFont typeface="Arial" panose="020B0604020202020204" pitchFamily="34" charset="0"/>
            <a:buChar char="•"/>
          </a:pPr>
          <a:r>
            <a:rPr lang="en-US" sz="1600" b="0" kern="1200" dirty="0">
              <a:solidFill>
                <a:srgbClr val="000000"/>
              </a:solidFill>
              <a:latin typeface="+mn-lt"/>
              <a:ea typeface="Verdana" panose="020B0604030504040204" pitchFamily="34" charset="0"/>
            </a:rPr>
            <a:t>Detailed AWS Assessment including recommendations</a:t>
          </a:r>
          <a:endParaRPr lang="en-US" sz="1600" b="0" kern="1200" dirty="0">
            <a:solidFill>
              <a:srgbClr val="000000"/>
            </a:solidFill>
            <a:latin typeface="+mn-lt"/>
            <a:ea typeface="Verdana" panose="020B0604030504040204" pitchFamily="34" charset="0"/>
            <a:cs typeface="Verdana" panose="020B0604030504040204" pitchFamily="34" charset="0"/>
          </a:endParaRPr>
        </a:p>
        <a:p>
          <a:pPr marL="173736" lvl="1" indent="-173736" algn="l" defTabSz="400050">
            <a:lnSpc>
              <a:spcPct val="90000"/>
            </a:lnSpc>
            <a:spcBef>
              <a:spcPct val="0"/>
            </a:spcBef>
            <a:spcAft>
              <a:spcPts val="300"/>
            </a:spcAft>
            <a:buFont typeface="Arial" panose="020B0604020202020204" pitchFamily="34" charset="0"/>
            <a:buChar char="•"/>
          </a:pPr>
          <a:r>
            <a:rPr lang="en-US" sz="1600" b="0" kern="1200" dirty="0">
              <a:latin typeface="+mn-lt"/>
              <a:ea typeface="Verdana" panose="020B0604030504040204" pitchFamily="34" charset="0"/>
              <a:cs typeface="Verdana" panose="020B0604030504040204" pitchFamily="34" charset="0"/>
            </a:rPr>
            <a:t>Post Installation wireless site survey report</a:t>
          </a:r>
        </a:p>
      </dsp:txBody>
      <dsp:txXfrm>
        <a:off x="0" y="416443"/>
        <a:ext cx="4947293" cy="1134000"/>
      </dsp:txXfrm>
    </dsp:sp>
    <dsp:sp modelId="{17753748-48B3-4F40-8AEE-98EBEFE51921}">
      <dsp:nvSpPr>
        <dsp:cNvPr id="0" name=""/>
        <dsp:cNvSpPr/>
      </dsp:nvSpPr>
      <dsp:spPr>
        <a:xfrm>
          <a:off x="247364" y="180283"/>
          <a:ext cx="3463105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0897" tIns="0" rIns="13089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j-lt"/>
            </a:rPr>
            <a:t>Overall Project</a:t>
          </a:r>
        </a:p>
      </dsp:txBody>
      <dsp:txXfrm>
        <a:off x="270421" y="203340"/>
        <a:ext cx="3416991" cy="426206"/>
      </dsp:txXfrm>
    </dsp:sp>
    <dsp:sp modelId="{203764F8-9955-48E9-820B-86F52B110994}">
      <dsp:nvSpPr>
        <dsp:cNvPr id="0" name=""/>
        <dsp:cNvSpPr/>
      </dsp:nvSpPr>
      <dsp:spPr>
        <a:xfrm>
          <a:off x="0" y="1873003"/>
          <a:ext cx="4947293" cy="88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83965" tIns="333248" rIns="383965" bIns="113792" numCol="1" spcCol="1270" anchor="t" anchorCtr="0">
          <a:noAutofit/>
        </a:bodyPr>
        <a:lstStyle/>
        <a:p>
          <a:pPr marL="173736" lvl="1" indent="-173736" algn="l" defTabSz="711200">
            <a:lnSpc>
              <a:spcPct val="90000"/>
            </a:lnSpc>
            <a:spcBef>
              <a:spcPct val="0"/>
            </a:spcBef>
            <a:spcAft>
              <a:spcPts val="300"/>
            </a:spcAft>
            <a:buChar char="•"/>
          </a:pPr>
          <a:r>
            <a:rPr lang="en-US" sz="1600" b="0" kern="1200" dirty="0">
              <a:solidFill>
                <a:srgbClr val="000000"/>
              </a:solidFill>
              <a:latin typeface="+mn-lt"/>
              <a:ea typeface="Verdana" panose="020B0604030504040204" pitchFamily="34" charset="0"/>
            </a:rPr>
            <a:t>Client will provide all required project management and backlog direction</a:t>
          </a:r>
          <a:endParaRPr lang="en-US" sz="1600" b="0" kern="1200" dirty="0">
            <a:solidFill>
              <a:srgbClr val="000000"/>
            </a:solidFill>
            <a:latin typeface="+mn-lt"/>
            <a:ea typeface="Verdana" panose="020B0604030504040204" pitchFamily="34" charset="0"/>
            <a:cs typeface="Verdana" panose="020B0604030504040204" pitchFamily="34" charset="0"/>
          </a:endParaRPr>
        </a:p>
      </dsp:txBody>
      <dsp:txXfrm>
        <a:off x="0" y="1873003"/>
        <a:ext cx="4947293" cy="882000"/>
      </dsp:txXfrm>
    </dsp:sp>
    <dsp:sp modelId="{1DE6952B-723B-4313-A33B-0754474C293D}">
      <dsp:nvSpPr>
        <dsp:cNvPr id="0" name=""/>
        <dsp:cNvSpPr/>
      </dsp:nvSpPr>
      <dsp:spPr>
        <a:xfrm>
          <a:off x="247364" y="1636843"/>
          <a:ext cx="3463105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0897" tIns="0" rIns="130897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j-lt"/>
            </a:rPr>
            <a:t>Project Management</a:t>
          </a:r>
        </a:p>
      </dsp:txBody>
      <dsp:txXfrm>
        <a:off x="270421" y="1659900"/>
        <a:ext cx="3416991" cy="4262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E28B3CD-935C-3747-9185-26B20C085F02}" type="datetimeFigureOut">
              <a:rPr lang="en-US" smtClean="0"/>
              <a:pPr/>
              <a:t>2/17/2022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E6E94F5F-26CA-8142-AB59-277271014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648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tx1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in a dark room&#10;&#10;Description automatically generated with medium confidence">
            <a:extLst>
              <a:ext uri="{FF2B5EF4-FFF2-40B4-BE49-F238E27FC236}">
                <a16:creationId xmlns:a16="http://schemas.microsoft.com/office/drawing/2014/main" id="{F2028B20-5A17-8940-B020-90B2AB9A97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46" r="-26"/>
          <a:stretch/>
        </p:blipFill>
        <p:spPr>
          <a:xfrm>
            <a:off x="33453" y="0"/>
            <a:ext cx="9110547" cy="5205810"/>
          </a:xfrm>
          <a:prstGeom prst="rect">
            <a:avLst/>
          </a:prstGeom>
        </p:spPr>
      </p:pic>
      <p:sp>
        <p:nvSpPr>
          <p:cNvPr id="33" name="Title 1"/>
          <p:cNvSpPr>
            <a:spLocks noGrp="1"/>
          </p:cNvSpPr>
          <p:nvPr>
            <p:ph type="ctrTitle"/>
          </p:nvPr>
        </p:nvSpPr>
        <p:spPr>
          <a:xfrm>
            <a:off x="495502" y="2057418"/>
            <a:ext cx="8562138" cy="701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3600" b="0" i="0">
                <a:solidFill>
                  <a:schemeClr val="bg1"/>
                </a:solidFill>
                <a:latin typeface="Arial Regular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Subtitle 2"/>
          <p:cNvSpPr>
            <a:spLocks noGrp="1"/>
          </p:cNvSpPr>
          <p:nvPr>
            <p:ph type="subTitle" idx="1"/>
          </p:nvPr>
        </p:nvSpPr>
        <p:spPr>
          <a:xfrm>
            <a:off x="493307" y="2762296"/>
            <a:ext cx="8562138" cy="5366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rgbClr val="FFFFFF"/>
                </a:solidFill>
                <a:latin typeface="Arial Regular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72F4A5-3C29-C746-9C67-CECDA576D3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666" y="91886"/>
            <a:ext cx="1629705" cy="8385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E83943D-C1EA-764C-8580-BB8FE758A8A2}"/>
              </a:ext>
            </a:extLst>
          </p:cNvPr>
          <p:cNvSpPr txBox="1"/>
          <p:nvPr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EA38D2-302D-CF4A-A534-E65475973947}"/>
              </a:ext>
            </a:extLst>
          </p:cNvPr>
          <p:cNvSpPr txBox="1"/>
          <p:nvPr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0DC1B-95CE-4B8D-8503-F91AEC89E54C}"/>
              </a:ext>
            </a:extLst>
          </p:cNvPr>
          <p:cNvSpPr txBox="1"/>
          <p:nvPr userDrawn="1"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AEE6FD-B565-40AE-B527-A26688180511}"/>
              </a:ext>
            </a:extLst>
          </p:cNvPr>
          <p:cNvSpPr txBox="1"/>
          <p:nvPr userDrawn="1"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47585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solidFill>
          <a:schemeClr val="tx1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AC349A6-1C11-414C-B718-9943FBC6ED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"/>
          <a:stretch/>
        </p:blipFill>
        <p:spPr>
          <a:xfrm flipH="1">
            <a:off x="0" y="-7887"/>
            <a:ext cx="9144001" cy="5151294"/>
          </a:xfrm>
          <a:prstGeom prst="rect">
            <a:avLst/>
          </a:prstGeom>
        </p:spPr>
      </p:pic>
      <p:sp>
        <p:nvSpPr>
          <p:cNvPr id="33" name="Title 1"/>
          <p:cNvSpPr>
            <a:spLocks noGrp="1"/>
          </p:cNvSpPr>
          <p:nvPr>
            <p:ph type="ctrTitle"/>
          </p:nvPr>
        </p:nvSpPr>
        <p:spPr>
          <a:xfrm>
            <a:off x="495502" y="2057418"/>
            <a:ext cx="8562138" cy="701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3600" b="0" i="0">
                <a:solidFill>
                  <a:schemeClr val="bg1"/>
                </a:solidFill>
                <a:latin typeface="Arial Regular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5" name="Subtitle 2"/>
          <p:cNvSpPr>
            <a:spLocks noGrp="1"/>
          </p:cNvSpPr>
          <p:nvPr>
            <p:ph type="subTitle" idx="1"/>
          </p:nvPr>
        </p:nvSpPr>
        <p:spPr>
          <a:xfrm>
            <a:off x="493307" y="2762296"/>
            <a:ext cx="8562138" cy="5366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rgbClr val="FFFFFF"/>
                </a:solidFill>
                <a:latin typeface="Arial Regular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72F4A5-3C29-C746-9C67-CECDA576D3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666" y="91886"/>
            <a:ext cx="1629705" cy="8385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043F64-C00E-CE4A-AD10-39C1275B4556}"/>
              </a:ext>
            </a:extLst>
          </p:cNvPr>
          <p:cNvSpPr txBox="1"/>
          <p:nvPr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A873DE-EFA4-F240-BD77-E84487C40303}"/>
              </a:ext>
            </a:extLst>
          </p:cNvPr>
          <p:cNvSpPr txBox="1"/>
          <p:nvPr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9BD601-E776-4C08-B202-B8F5E3B8B377}"/>
              </a:ext>
            </a:extLst>
          </p:cNvPr>
          <p:cNvSpPr txBox="1"/>
          <p:nvPr userDrawn="1"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3A121E-5998-400E-8D04-04A14868CE42}"/>
              </a:ext>
            </a:extLst>
          </p:cNvPr>
          <p:cNvSpPr txBox="1"/>
          <p:nvPr userDrawn="1"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9928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0176B4A-DDBA-FD40-A6B1-F72EDC86B0D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245600" cy="519993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6B0E1D0-4211-9743-A0E6-2C081E2E6805}"/>
              </a:ext>
            </a:extLst>
          </p:cNvPr>
          <p:cNvSpPr/>
          <p:nvPr/>
        </p:nvSpPr>
        <p:spPr>
          <a:xfrm rot="5400000">
            <a:off x="2325608" y="-2325607"/>
            <a:ext cx="4599826" cy="9251038"/>
          </a:xfrm>
          <a:prstGeom prst="rect">
            <a:avLst/>
          </a:prstGeom>
          <a:gradFill>
            <a:gsLst>
              <a:gs pos="72000">
                <a:srgbClr val="000000">
                  <a:alpha val="78000"/>
                </a:srgbClr>
              </a:gs>
              <a:gs pos="100000">
                <a:srgbClr val="0000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D78FB04-3F99-A543-938C-C1AA76980F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502" y="2057418"/>
            <a:ext cx="8562138" cy="701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3600" b="0" i="0">
                <a:solidFill>
                  <a:schemeClr val="bg1"/>
                </a:solidFill>
                <a:latin typeface="Arial Regular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FE1A560-5082-DA4A-8806-71C2CCB66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07" y="2762296"/>
            <a:ext cx="8562138" cy="5366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rgbClr val="FFFFFF"/>
                </a:solidFill>
                <a:latin typeface="Arial Regular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BB77FD8-3CD0-8D45-A2B9-F382942601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666" y="91886"/>
            <a:ext cx="1629705" cy="8385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210B6FF-FB14-7544-A0E9-04937CA81D09}"/>
              </a:ext>
            </a:extLst>
          </p:cNvPr>
          <p:cNvSpPr txBox="1"/>
          <p:nvPr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41B08B-A3D2-B74A-994A-9E91E74F5682}"/>
              </a:ext>
            </a:extLst>
          </p:cNvPr>
          <p:cNvSpPr txBox="1"/>
          <p:nvPr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chemeClr val="bg1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chemeClr val="bg1"/>
              </a:solidFill>
              <a:latin typeface="Arial Regular"/>
              <a:cs typeface="Verdan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2674C-D1C0-4F8B-A9AC-71CF3279E5E6}"/>
              </a:ext>
            </a:extLst>
          </p:cNvPr>
          <p:cNvSpPr txBox="1"/>
          <p:nvPr userDrawn="1"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627468-840B-4F9D-B974-FA1ADE1E12AE}"/>
              </a:ext>
            </a:extLst>
          </p:cNvPr>
          <p:cNvSpPr txBox="1"/>
          <p:nvPr userDrawn="1"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chemeClr val="bg1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chemeClr val="bg1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4936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93ECA94-8A7A-3449-A6BB-7EA514BAA3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279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3A6B8AC-C644-6743-8BF3-42AD6F7BCD52}"/>
              </a:ext>
            </a:extLst>
          </p:cNvPr>
          <p:cNvSpPr/>
          <p:nvPr/>
        </p:nvSpPr>
        <p:spPr>
          <a:xfrm rot="5400000">
            <a:off x="2368550" y="-2368549"/>
            <a:ext cx="4406904" cy="9143999"/>
          </a:xfrm>
          <a:prstGeom prst="rect">
            <a:avLst/>
          </a:prstGeom>
          <a:gradFill>
            <a:gsLst>
              <a:gs pos="72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87692A-C003-7D48-BB47-4681D5ACA89A}"/>
              </a:ext>
            </a:extLst>
          </p:cNvPr>
          <p:cNvSpPr/>
          <p:nvPr/>
        </p:nvSpPr>
        <p:spPr>
          <a:xfrm>
            <a:off x="-2" y="1"/>
            <a:ext cx="9144001" cy="5143500"/>
          </a:xfrm>
          <a:prstGeom prst="rect">
            <a:avLst/>
          </a:prstGeom>
          <a:solidFill>
            <a:srgbClr val="00000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C9BA8031-2552-7341-9573-5DE583084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502" y="2057418"/>
            <a:ext cx="8562138" cy="701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3600" b="0" i="0">
                <a:solidFill>
                  <a:schemeClr val="bg1"/>
                </a:solidFill>
                <a:latin typeface="Arial Regular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D3242FB6-BB3E-1345-8613-74604B6DBB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07" y="2762296"/>
            <a:ext cx="8562138" cy="5366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rgbClr val="FFFFFF"/>
                </a:solidFill>
                <a:latin typeface="Arial Regular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66358BED-D248-CF42-8033-058D9BE604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666" y="91886"/>
            <a:ext cx="1629705" cy="83855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680D73-6100-DA4B-949F-886504342A7C}"/>
              </a:ext>
            </a:extLst>
          </p:cNvPr>
          <p:cNvSpPr txBox="1"/>
          <p:nvPr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365CC-F185-DD44-B30E-89AEA1322770}"/>
              </a:ext>
            </a:extLst>
          </p:cNvPr>
          <p:cNvSpPr txBox="1"/>
          <p:nvPr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36E3E8-B407-4B1C-97BC-0B3DF6C11BC1}"/>
              </a:ext>
            </a:extLst>
          </p:cNvPr>
          <p:cNvSpPr txBox="1"/>
          <p:nvPr userDrawn="1"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47A94B-8629-47E9-AFCB-1ED4127954B6}"/>
              </a:ext>
            </a:extLst>
          </p:cNvPr>
          <p:cNvSpPr txBox="1"/>
          <p:nvPr userDrawn="1"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835803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eiling, station, platform, computer&#10;&#10;Description automatically generated">
            <a:extLst>
              <a:ext uri="{FF2B5EF4-FFF2-40B4-BE49-F238E27FC236}">
                <a16:creationId xmlns:a16="http://schemas.microsoft.com/office/drawing/2014/main" id="{99A3B16B-3734-A74E-96C9-ECABEEF7D1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9144000" cy="522821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E80FFC9-245C-914C-8511-E1DE1E0C686B}"/>
              </a:ext>
            </a:extLst>
          </p:cNvPr>
          <p:cNvSpPr/>
          <p:nvPr/>
        </p:nvSpPr>
        <p:spPr>
          <a:xfrm rot="5400000">
            <a:off x="2630244" y="-2630245"/>
            <a:ext cx="3883513" cy="9144003"/>
          </a:xfrm>
          <a:prstGeom prst="rect">
            <a:avLst/>
          </a:prstGeom>
          <a:gradFill>
            <a:gsLst>
              <a:gs pos="72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CA0CF08-2713-7547-8041-1061B683F6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666" y="91886"/>
            <a:ext cx="1629705" cy="83855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B5C6EB38-CD97-F244-8926-2196D2A74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502" y="2057418"/>
            <a:ext cx="8562138" cy="701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3600" b="0" i="0">
                <a:solidFill>
                  <a:schemeClr val="bg1"/>
                </a:solidFill>
                <a:latin typeface="Arial Regular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A9A29DFE-8E21-8341-AB87-33FD98D4B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07" y="2762296"/>
            <a:ext cx="8562138" cy="5366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rgbClr val="FFFFFF"/>
                </a:solidFill>
                <a:latin typeface="Arial Regular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3C2BE9-BCBF-DB48-A270-B980E018EBBE}"/>
              </a:ext>
            </a:extLst>
          </p:cNvPr>
          <p:cNvSpPr txBox="1"/>
          <p:nvPr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AA049-0044-AD41-8EF0-010B8024A128}"/>
              </a:ext>
            </a:extLst>
          </p:cNvPr>
          <p:cNvSpPr txBox="1"/>
          <p:nvPr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pic>
        <p:nvPicPr>
          <p:cNvPr id="11" name="Picture 10" descr="A picture containing ceiling, station, platform, computer&#10;&#10;Description automatically generated">
            <a:extLst>
              <a:ext uri="{FF2B5EF4-FFF2-40B4-BE49-F238E27FC236}">
                <a16:creationId xmlns:a16="http://schemas.microsoft.com/office/drawing/2014/main" id="{5479D4C9-D866-4C56-866B-BE7EA4164E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9144000" cy="5228217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4CB2F6C-9B6E-48DC-88C5-6F827F87825C}"/>
              </a:ext>
            </a:extLst>
          </p:cNvPr>
          <p:cNvSpPr/>
          <p:nvPr userDrawn="1"/>
        </p:nvSpPr>
        <p:spPr>
          <a:xfrm rot="5400000">
            <a:off x="2630244" y="-2630245"/>
            <a:ext cx="3883513" cy="9144003"/>
          </a:xfrm>
          <a:prstGeom prst="rect">
            <a:avLst/>
          </a:prstGeom>
          <a:gradFill>
            <a:gsLst>
              <a:gs pos="72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AF246F-2213-4F1A-B7B6-B9BA2B8B9567}"/>
              </a:ext>
            </a:extLst>
          </p:cNvPr>
          <p:cNvSpPr txBox="1"/>
          <p:nvPr userDrawn="1"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B608F1-D2C2-4358-AA92-EEDFC8BA0181}"/>
              </a:ext>
            </a:extLst>
          </p:cNvPr>
          <p:cNvSpPr txBox="1"/>
          <p:nvPr userDrawn="1"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685747D-53E6-46A4-B047-B371F686032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722" y="82451"/>
            <a:ext cx="1629705" cy="83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9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12CFCA8-DCC7-6B49-8452-87A9E67F5E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9144000" cy="52451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D468027-1686-9041-A6B5-D875DFDC775F}"/>
              </a:ext>
            </a:extLst>
          </p:cNvPr>
          <p:cNvSpPr/>
          <p:nvPr/>
        </p:nvSpPr>
        <p:spPr>
          <a:xfrm rot="5400000">
            <a:off x="1898649" y="-1898650"/>
            <a:ext cx="5346704" cy="9144001"/>
          </a:xfrm>
          <a:prstGeom prst="rect">
            <a:avLst/>
          </a:prstGeom>
          <a:gradFill>
            <a:gsLst>
              <a:gs pos="72000">
                <a:srgbClr val="000000">
                  <a:alpha val="79000"/>
                </a:srgbClr>
              </a:gs>
              <a:gs pos="100000">
                <a:srgbClr val="000000">
                  <a:alpha val="0"/>
                </a:srgb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602570-C842-3C47-B628-7E96ACBACB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666" y="91886"/>
            <a:ext cx="1629705" cy="838557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E55AB93D-0D94-8546-92BD-5010CE765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502" y="2057418"/>
            <a:ext cx="8562138" cy="70145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defRPr sz="3600" b="0" i="0">
                <a:solidFill>
                  <a:schemeClr val="bg1"/>
                </a:solidFill>
                <a:latin typeface="Arial Regular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9853E1C7-8263-6645-A9AF-3A38B85E8E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3307" y="2762296"/>
            <a:ext cx="8562138" cy="53662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000" b="0" i="0">
                <a:solidFill>
                  <a:srgbClr val="FFFFFF"/>
                </a:solidFill>
                <a:latin typeface="Arial Regular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CAC72F-3896-B248-AE1B-F29ADFC67FB0}"/>
              </a:ext>
            </a:extLst>
          </p:cNvPr>
          <p:cNvSpPr txBox="1"/>
          <p:nvPr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B239E1-E1C6-9C44-9D1D-5C15E7F9499E}"/>
              </a:ext>
            </a:extLst>
          </p:cNvPr>
          <p:cNvSpPr txBox="1"/>
          <p:nvPr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79C59A-4814-47BE-9179-E62178DBC911}"/>
              </a:ext>
            </a:extLst>
          </p:cNvPr>
          <p:cNvSpPr txBox="1"/>
          <p:nvPr userDrawn="1"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BA507-D341-465C-930E-AE40125DBBB1}"/>
              </a:ext>
            </a:extLst>
          </p:cNvPr>
          <p:cNvSpPr txBox="1"/>
          <p:nvPr userDrawn="1"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25723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A0D83110-79E9-6141-B7BA-9FCF75DA2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6" y="1765996"/>
            <a:ext cx="8714943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 descr="A picture containing sky, outdoor, city&#10;&#10;Description automatically generated">
            <a:extLst>
              <a:ext uri="{FF2B5EF4-FFF2-40B4-BE49-F238E27FC236}">
                <a16:creationId xmlns:a16="http://schemas.microsoft.com/office/drawing/2014/main" id="{82564AE8-F300-7642-8DFA-50D999AFFAD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610591"/>
          </a:xfrm>
          <a:prstGeom prst="rect">
            <a:avLst/>
          </a:prstGeom>
        </p:spPr>
      </p:pic>
      <p:sp>
        <p:nvSpPr>
          <p:cNvPr id="26" name="Subtitle 2">
            <a:extLst>
              <a:ext uri="{FF2B5EF4-FFF2-40B4-BE49-F238E27FC236}">
                <a16:creationId xmlns:a16="http://schemas.microsoft.com/office/drawing/2014/main" id="{A660F89C-9D88-A747-B2AF-5972A2ECE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236" y="2534924"/>
            <a:ext cx="8562138" cy="536622"/>
          </a:xfrm>
          <a:prstGeom prst="rect">
            <a:avLst/>
          </a:prstGeom>
        </p:spPr>
        <p:txBody>
          <a:bodyPr>
            <a:noAutofit/>
          </a:bodyPr>
          <a:lstStyle>
            <a:lvl1pPr marL="174625" indent="-174625" algn="l">
              <a:buFont typeface="Arial" panose="020B0604020202020204" pitchFamily="34" charset="0"/>
              <a:buChar char="•"/>
              <a:tabLst/>
              <a:defRPr sz="1600" b="0" i="0">
                <a:solidFill>
                  <a:srgbClr val="FFFFFF"/>
                </a:solidFill>
                <a:latin typeface="Arial Regular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6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A0A73F-3AD8-F843-A753-A8D57C16E66C}"/>
              </a:ext>
            </a:extLst>
          </p:cNvPr>
          <p:cNvSpPr/>
          <p:nvPr/>
        </p:nvSpPr>
        <p:spPr>
          <a:xfrm>
            <a:off x="0" y="1610591"/>
            <a:ext cx="9144000" cy="3564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itle Placeholder 1">
            <a:extLst>
              <a:ext uri="{FF2B5EF4-FFF2-40B4-BE49-F238E27FC236}">
                <a16:creationId xmlns:a16="http://schemas.microsoft.com/office/drawing/2014/main" id="{A0D83110-79E9-6141-B7BA-9FCF75DA2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6" y="1765996"/>
            <a:ext cx="8714943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rgbClr val="72696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 descr="A picture containing sky, outdoor, city&#10;&#10;Description automatically generated">
            <a:extLst>
              <a:ext uri="{FF2B5EF4-FFF2-40B4-BE49-F238E27FC236}">
                <a16:creationId xmlns:a16="http://schemas.microsoft.com/office/drawing/2014/main" id="{82564AE8-F300-7642-8DFA-50D999AFFAD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1610591"/>
          </a:xfrm>
          <a:prstGeom prst="rect">
            <a:avLst/>
          </a:prstGeom>
        </p:spPr>
      </p:pic>
      <p:sp>
        <p:nvSpPr>
          <p:cNvPr id="26" name="Subtitle 2">
            <a:extLst>
              <a:ext uri="{FF2B5EF4-FFF2-40B4-BE49-F238E27FC236}">
                <a16:creationId xmlns:a16="http://schemas.microsoft.com/office/drawing/2014/main" id="{A660F89C-9D88-A747-B2AF-5972A2ECE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2236" y="2534924"/>
            <a:ext cx="8562138" cy="536622"/>
          </a:xfrm>
          <a:prstGeom prst="rect">
            <a:avLst/>
          </a:prstGeom>
        </p:spPr>
        <p:txBody>
          <a:bodyPr>
            <a:noAutofit/>
          </a:bodyPr>
          <a:lstStyle>
            <a:lvl1pPr marL="174625" indent="-174625" algn="l">
              <a:buFont typeface="Arial" panose="020B0604020202020204" pitchFamily="34" charset="0"/>
              <a:buChar char="•"/>
              <a:tabLst/>
              <a:defRPr sz="1600" b="0" i="0">
                <a:solidFill>
                  <a:srgbClr val="352E28"/>
                </a:solidFill>
                <a:latin typeface="Arial Regular"/>
                <a:cs typeface="Verdan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FF389-6709-F74B-8E34-96E3DA7B5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0" y="4577005"/>
            <a:ext cx="1539033" cy="5644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06DB0F-6980-5540-9E09-E8D830CB4FAC}"/>
              </a:ext>
            </a:extLst>
          </p:cNvPr>
          <p:cNvSpPr txBox="1"/>
          <p:nvPr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02BD68-396D-E140-B6A3-B8FC3D9F5DA8}"/>
              </a:ext>
            </a:extLst>
          </p:cNvPr>
          <p:cNvSpPr txBox="1"/>
          <p:nvPr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794AB9-62DA-44DD-B0A6-41E2950F10FF}"/>
              </a:ext>
            </a:extLst>
          </p:cNvPr>
          <p:cNvSpPr txBox="1"/>
          <p:nvPr userDrawn="1"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9285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7F89F88-D2AE-D141-95D4-85C830346A6B}"/>
              </a:ext>
            </a:extLst>
          </p:cNvPr>
          <p:cNvSpPr/>
          <p:nvPr/>
        </p:nvSpPr>
        <p:spPr>
          <a:xfrm>
            <a:off x="25400" y="117289"/>
            <a:ext cx="9118600" cy="502621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5CB1EC-605B-5445-8767-22090006E0AC}"/>
              </a:ext>
            </a:extLst>
          </p:cNvPr>
          <p:cNvSpPr txBox="1"/>
          <p:nvPr/>
        </p:nvSpPr>
        <p:spPr>
          <a:xfrm>
            <a:off x="1665806" y="4827483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5BE91F6-86EF-C944-B627-E27DA8D8B0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772" y="4578321"/>
            <a:ext cx="1539034" cy="565436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73D9A5DB-21AF-5C41-A7E9-52043BD9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7" y="219831"/>
            <a:ext cx="4693446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83DF560-6FED-CE41-BD4E-F06351BD0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4705616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group of people sitting at a table with laptops&#10;&#10;Description automatically generated with low confidence">
            <a:extLst>
              <a:ext uri="{FF2B5EF4-FFF2-40B4-BE49-F238E27FC236}">
                <a16:creationId xmlns:a16="http://schemas.microsoft.com/office/drawing/2014/main" id="{3392FE7E-D480-AA41-97ED-97EA368AD4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-1"/>
            <a:ext cx="3429000" cy="514375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AD58A1E-8F1D-AB4F-8E17-CD1EF9A44D1D}"/>
              </a:ext>
            </a:extLst>
          </p:cNvPr>
          <p:cNvSpPr txBox="1"/>
          <p:nvPr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003882-C78F-4A74-BD66-48CFD52511CF}"/>
              </a:ext>
            </a:extLst>
          </p:cNvPr>
          <p:cNvSpPr txBox="1"/>
          <p:nvPr userDrawn="1"/>
        </p:nvSpPr>
        <p:spPr>
          <a:xfrm>
            <a:off x="1" y="4822169"/>
            <a:ext cx="570964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E2E70-7107-49ED-9EE5-49A433ED8DC2}"/>
              </a:ext>
            </a:extLst>
          </p:cNvPr>
          <p:cNvSpPr txBox="1"/>
          <p:nvPr userDrawn="1"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8066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C16453-8780-D245-8976-93E6B00644C6}"/>
              </a:ext>
            </a:extLst>
          </p:cNvPr>
          <p:cNvSpPr/>
          <p:nvPr/>
        </p:nvSpPr>
        <p:spPr>
          <a:xfrm>
            <a:off x="0" y="0"/>
            <a:ext cx="5715000" cy="517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73D9A5DB-21AF-5C41-A7E9-52043BD9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7" y="219831"/>
            <a:ext cx="4693446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>
                <a:solidFill>
                  <a:srgbClr val="72696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83DF560-6FED-CE41-BD4E-F06351BD0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4705616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>
                <a:solidFill>
                  <a:srgbClr val="352E28"/>
                </a:solidFill>
              </a:defRPr>
            </a:lvl1pPr>
            <a:lvl2pPr>
              <a:defRPr b="0" i="0">
                <a:solidFill>
                  <a:srgbClr val="352E28"/>
                </a:solidFill>
              </a:defRPr>
            </a:lvl2pPr>
            <a:lvl3pPr>
              <a:defRPr b="0" i="0">
                <a:solidFill>
                  <a:srgbClr val="352E28"/>
                </a:solidFill>
              </a:defRPr>
            </a:lvl3pPr>
            <a:lvl4pPr>
              <a:defRPr b="0" i="0">
                <a:solidFill>
                  <a:srgbClr val="352E28"/>
                </a:solidFill>
              </a:defRPr>
            </a:lvl4pPr>
            <a:lvl5pPr>
              <a:defRPr b="0" i="0">
                <a:solidFill>
                  <a:srgbClr val="352E2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group of people sitting at a table with laptops&#10;&#10;Description automatically generated with low confidence">
            <a:extLst>
              <a:ext uri="{FF2B5EF4-FFF2-40B4-BE49-F238E27FC236}">
                <a16:creationId xmlns:a16="http://schemas.microsoft.com/office/drawing/2014/main" id="{3392FE7E-D480-AA41-97ED-97EA368AD4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AD58A1E-8F1D-AB4F-8E17-CD1EF9A44D1D}"/>
              </a:ext>
            </a:extLst>
          </p:cNvPr>
          <p:cNvSpPr txBox="1"/>
          <p:nvPr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F7167F-D79D-ED4F-9158-F5F286586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0" y="4577005"/>
            <a:ext cx="1539033" cy="564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086550-931F-4C46-B3A7-4BEE69DBED4F}"/>
              </a:ext>
            </a:extLst>
          </p:cNvPr>
          <p:cNvSpPr txBox="1"/>
          <p:nvPr/>
        </p:nvSpPr>
        <p:spPr>
          <a:xfrm>
            <a:off x="1665806" y="4827483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3FE0A8-D089-450E-AD6E-9720EB6AF544}"/>
              </a:ext>
            </a:extLst>
          </p:cNvPr>
          <p:cNvSpPr txBox="1"/>
          <p:nvPr userDrawn="1"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06176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C16453-8780-D245-8976-93E6B00644C6}"/>
              </a:ext>
            </a:extLst>
          </p:cNvPr>
          <p:cNvSpPr/>
          <p:nvPr/>
        </p:nvSpPr>
        <p:spPr>
          <a:xfrm>
            <a:off x="0" y="986156"/>
            <a:ext cx="5715000" cy="41890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73D9A5DB-21AF-5C41-A7E9-52043BD9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7" y="219831"/>
            <a:ext cx="4693446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83DF560-6FED-CE41-BD4E-F06351BD0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4705616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>
                <a:solidFill>
                  <a:srgbClr val="352E28"/>
                </a:solidFill>
              </a:defRPr>
            </a:lvl1pPr>
            <a:lvl2pPr>
              <a:defRPr b="0" i="0">
                <a:solidFill>
                  <a:srgbClr val="352E28"/>
                </a:solidFill>
              </a:defRPr>
            </a:lvl2pPr>
            <a:lvl3pPr>
              <a:defRPr b="0" i="0">
                <a:solidFill>
                  <a:srgbClr val="352E28"/>
                </a:solidFill>
              </a:defRPr>
            </a:lvl3pPr>
            <a:lvl4pPr>
              <a:defRPr b="0" i="0">
                <a:solidFill>
                  <a:srgbClr val="352E28"/>
                </a:solidFill>
              </a:defRPr>
            </a:lvl4pPr>
            <a:lvl5pPr>
              <a:defRPr b="0" i="0">
                <a:solidFill>
                  <a:srgbClr val="352E2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Picture 2" descr="A group of people sitting at a table with laptops&#10;&#10;Description automatically generated with low confidence">
            <a:extLst>
              <a:ext uri="{FF2B5EF4-FFF2-40B4-BE49-F238E27FC236}">
                <a16:creationId xmlns:a16="http://schemas.microsoft.com/office/drawing/2014/main" id="{3392FE7E-D480-AA41-97ED-97EA368AD4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CAD58A1E-8F1D-AB4F-8E17-CD1EF9A44D1D}"/>
              </a:ext>
            </a:extLst>
          </p:cNvPr>
          <p:cNvSpPr txBox="1"/>
          <p:nvPr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F7167F-D79D-ED4F-9158-F5F2865862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0" y="4577005"/>
            <a:ext cx="1539033" cy="5644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086550-931F-4C46-B3A7-4BEE69DBED4F}"/>
              </a:ext>
            </a:extLst>
          </p:cNvPr>
          <p:cNvSpPr txBox="1"/>
          <p:nvPr/>
        </p:nvSpPr>
        <p:spPr>
          <a:xfrm>
            <a:off x="1665806" y="4827483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499C38-F8BB-4BD0-906A-DAAF725E864C}"/>
              </a:ext>
            </a:extLst>
          </p:cNvPr>
          <p:cNvSpPr txBox="1"/>
          <p:nvPr userDrawn="1"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41958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7F89F88-D2AE-D141-95D4-85C830346A6B}"/>
              </a:ext>
            </a:extLst>
          </p:cNvPr>
          <p:cNvSpPr/>
          <p:nvPr/>
        </p:nvSpPr>
        <p:spPr>
          <a:xfrm>
            <a:off x="0" y="0"/>
            <a:ext cx="9144000" cy="5174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pic>
        <p:nvPicPr>
          <p:cNvPr id="8" name="Picture 7" descr="A picture containing night, dark, light&#10;&#10;Description automatically generated">
            <a:extLst>
              <a:ext uri="{FF2B5EF4-FFF2-40B4-BE49-F238E27FC236}">
                <a16:creationId xmlns:a16="http://schemas.microsoft.com/office/drawing/2014/main" id="{4248E19C-F8EC-684C-85A0-046FDD2A54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74071"/>
          </a:xfrm>
          <a:prstGeom prst="rect">
            <a:avLst/>
          </a:prstGeom>
        </p:spPr>
      </p:pic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5BE91F6-86EF-C944-B627-E27DA8D8B0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772" y="4578321"/>
            <a:ext cx="1539034" cy="565436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73D9A5DB-21AF-5C41-A7E9-52043BD9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7" y="219831"/>
            <a:ext cx="4693446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83DF560-6FED-CE41-BD4E-F06351BD0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4705616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117D36-4127-304E-A4D1-BB0E66BEB1CF}"/>
              </a:ext>
            </a:extLst>
          </p:cNvPr>
          <p:cNvSpPr txBox="1"/>
          <p:nvPr/>
        </p:nvSpPr>
        <p:spPr>
          <a:xfrm>
            <a:off x="1665806" y="4827483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4433D-E6A8-BF43-A4EF-2C6A2FD1E034}"/>
              </a:ext>
            </a:extLst>
          </p:cNvPr>
          <p:cNvSpPr txBox="1"/>
          <p:nvPr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6D5F91-D672-409E-9D62-71B97F79E7CB}"/>
              </a:ext>
            </a:extLst>
          </p:cNvPr>
          <p:cNvSpPr txBox="1"/>
          <p:nvPr userDrawn="1"/>
        </p:nvSpPr>
        <p:spPr>
          <a:xfrm>
            <a:off x="0" y="4831336"/>
            <a:ext cx="570964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E2F1C7-8BB1-432A-9271-F3E4E60410E6}"/>
              </a:ext>
            </a:extLst>
          </p:cNvPr>
          <p:cNvSpPr txBox="1"/>
          <p:nvPr userDrawn="1"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37450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F6D5B3-9144-2448-8F40-C9320F9F7276}"/>
              </a:ext>
            </a:extLst>
          </p:cNvPr>
          <p:cNvSpPr/>
          <p:nvPr/>
        </p:nvSpPr>
        <p:spPr>
          <a:xfrm>
            <a:off x="0" y="0"/>
            <a:ext cx="5715000" cy="517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B688E1-81B3-E44D-AF49-32CEF73E1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0" y="4577005"/>
            <a:ext cx="1539033" cy="564499"/>
          </a:xfrm>
          <a:prstGeom prst="rect">
            <a:avLst/>
          </a:prstGeom>
        </p:spPr>
      </p:pic>
      <p:pic>
        <p:nvPicPr>
          <p:cNvPr id="8" name="Picture 7" descr="A picture containing night, dark, light&#10;&#10;Description automatically generated">
            <a:extLst>
              <a:ext uri="{FF2B5EF4-FFF2-40B4-BE49-F238E27FC236}">
                <a16:creationId xmlns:a16="http://schemas.microsoft.com/office/drawing/2014/main" id="{4248E19C-F8EC-684C-85A0-046FDD2A54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0"/>
            <a:ext cx="3429000" cy="51740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E4433D-E6A8-BF43-A4EF-2C6A2FD1E034}"/>
              </a:ext>
            </a:extLst>
          </p:cNvPr>
          <p:cNvSpPr txBox="1"/>
          <p:nvPr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82C00AFC-9BB0-7E43-A790-B1159ED1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7" y="219831"/>
            <a:ext cx="4693446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>
                <a:solidFill>
                  <a:srgbClr val="72696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C45091A-C143-E148-91A5-EE4060F3A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4705616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>
                <a:solidFill>
                  <a:srgbClr val="352E28"/>
                </a:solidFill>
              </a:defRPr>
            </a:lvl1pPr>
            <a:lvl2pPr>
              <a:defRPr b="0" i="0">
                <a:solidFill>
                  <a:srgbClr val="352E28"/>
                </a:solidFill>
              </a:defRPr>
            </a:lvl2pPr>
            <a:lvl3pPr>
              <a:defRPr b="0" i="0">
                <a:solidFill>
                  <a:srgbClr val="352E28"/>
                </a:solidFill>
              </a:defRPr>
            </a:lvl3pPr>
            <a:lvl4pPr>
              <a:defRPr b="0" i="0">
                <a:solidFill>
                  <a:srgbClr val="352E28"/>
                </a:solidFill>
              </a:defRPr>
            </a:lvl4pPr>
            <a:lvl5pPr>
              <a:defRPr b="0" i="0">
                <a:solidFill>
                  <a:srgbClr val="352E2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6A637-11F8-7F45-96AA-4AEA94BF28CC}"/>
              </a:ext>
            </a:extLst>
          </p:cNvPr>
          <p:cNvSpPr txBox="1"/>
          <p:nvPr/>
        </p:nvSpPr>
        <p:spPr>
          <a:xfrm>
            <a:off x="1665806" y="4827483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523AA5-2896-4421-A7EC-ABC64750CDFF}"/>
              </a:ext>
            </a:extLst>
          </p:cNvPr>
          <p:cNvSpPr txBox="1"/>
          <p:nvPr userDrawn="1"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699024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F6D5B3-9144-2448-8F40-C9320F9F7276}"/>
              </a:ext>
            </a:extLst>
          </p:cNvPr>
          <p:cNvSpPr/>
          <p:nvPr/>
        </p:nvSpPr>
        <p:spPr>
          <a:xfrm>
            <a:off x="0" y="986156"/>
            <a:ext cx="5715000" cy="41890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B688E1-81B3-E44D-AF49-32CEF73E19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0" y="4577005"/>
            <a:ext cx="1539033" cy="564499"/>
          </a:xfrm>
          <a:prstGeom prst="rect">
            <a:avLst/>
          </a:prstGeom>
        </p:spPr>
      </p:pic>
      <p:pic>
        <p:nvPicPr>
          <p:cNvPr id="8" name="Picture 7" descr="A picture containing night, dark, light&#10;&#10;Description automatically generated">
            <a:extLst>
              <a:ext uri="{FF2B5EF4-FFF2-40B4-BE49-F238E27FC236}">
                <a16:creationId xmlns:a16="http://schemas.microsoft.com/office/drawing/2014/main" id="{4248E19C-F8EC-684C-85A0-046FDD2A54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15000" y="-20782"/>
            <a:ext cx="3429000" cy="51948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1E4433D-E6A8-BF43-A4EF-2C6A2FD1E034}"/>
              </a:ext>
            </a:extLst>
          </p:cNvPr>
          <p:cNvSpPr txBox="1"/>
          <p:nvPr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82C00AFC-9BB0-7E43-A790-B1159ED1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7" y="219831"/>
            <a:ext cx="4693446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C45091A-C143-E148-91A5-EE4060F3A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4705616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>
                <a:solidFill>
                  <a:srgbClr val="352E28"/>
                </a:solidFill>
              </a:defRPr>
            </a:lvl1pPr>
            <a:lvl2pPr>
              <a:defRPr b="0" i="0">
                <a:solidFill>
                  <a:srgbClr val="352E28"/>
                </a:solidFill>
              </a:defRPr>
            </a:lvl2pPr>
            <a:lvl3pPr>
              <a:defRPr b="0" i="0">
                <a:solidFill>
                  <a:srgbClr val="352E28"/>
                </a:solidFill>
              </a:defRPr>
            </a:lvl3pPr>
            <a:lvl4pPr>
              <a:defRPr b="0" i="0">
                <a:solidFill>
                  <a:srgbClr val="352E28"/>
                </a:solidFill>
              </a:defRPr>
            </a:lvl4pPr>
            <a:lvl5pPr>
              <a:defRPr b="0" i="0">
                <a:solidFill>
                  <a:srgbClr val="352E2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D6A637-11F8-7F45-96AA-4AEA94BF28CC}"/>
              </a:ext>
            </a:extLst>
          </p:cNvPr>
          <p:cNvSpPr txBox="1"/>
          <p:nvPr/>
        </p:nvSpPr>
        <p:spPr>
          <a:xfrm>
            <a:off x="1665806" y="4827483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0AB3FB-05BF-4CB4-A70B-ECC057B7DB99}"/>
              </a:ext>
            </a:extLst>
          </p:cNvPr>
          <p:cNvSpPr/>
          <p:nvPr userDrawn="1"/>
        </p:nvSpPr>
        <p:spPr>
          <a:xfrm>
            <a:off x="0" y="902230"/>
            <a:ext cx="5715000" cy="42730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3B9B35-8EC8-4696-BFFE-52B465FBC5A2}"/>
              </a:ext>
            </a:extLst>
          </p:cNvPr>
          <p:cNvSpPr txBox="1"/>
          <p:nvPr userDrawn="1"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A1AF7F5-CD45-4EC4-8DCA-75D75DCD1D6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302459" y="10928"/>
            <a:ext cx="1846900" cy="57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609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7F89F88-D2AE-D141-95D4-85C830346A6B}"/>
              </a:ext>
            </a:extLst>
          </p:cNvPr>
          <p:cNvSpPr/>
          <p:nvPr/>
        </p:nvSpPr>
        <p:spPr>
          <a:xfrm>
            <a:off x="0" y="0"/>
            <a:ext cx="9144000" cy="5174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pic>
        <p:nvPicPr>
          <p:cNvPr id="3" name="Picture 2" descr="A picture containing laser, dark&#10;&#10;Description automatically generated">
            <a:extLst>
              <a:ext uri="{FF2B5EF4-FFF2-40B4-BE49-F238E27FC236}">
                <a16:creationId xmlns:a16="http://schemas.microsoft.com/office/drawing/2014/main" id="{EA595E00-08B0-BD43-B7EF-408C102F5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4609" y="10089"/>
            <a:ext cx="3439391" cy="5159087"/>
          </a:xfrm>
          <a:prstGeom prst="rect">
            <a:avLst/>
          </a:prstGeom>
        </p:spPr>
      </p:pic>
      <p:pic>
        <p:nvPicPr>
          <p:cNvPr id="25" name="Picture 2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5BE91F6-86EF-C944-B627-E27DA8D8B0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772" y="4578321"/>
            <a:ext cx="1539034" cy="565436"/>
          </a:xfrm>
          <a:prstGeom prst="rect">
            <a:avLst/>
          </a:prstGeom>
        </p:spPr>
      </p:pic>
      <p:sp>
        <p:nvSpPr>
          <p:cNvPr id="20" name="Title Placeholder 1">
            <a:extLst>
              <a:ext uri="{FF2B5EF4-FFF2-40B4-BE49-F238E27FC236}">
                <a16:creationId xmlns:a16="http://schemas.microsoft.com/office/drawing/2014/main" id="{73D9A5DB-21AF-5C41-A7E9-52043BD98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7" y="219831"/>
            <a:ext cx="4693446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83DF560-6FED-CE41-BD4E-F06351BD0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4705616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34A34D-B069-9045-B30B-3E5649C47B74}"/>
              </a:ext>
            </a:extLst>
          </p:cNvPr>
          <p:cNvSpPr txBox="1"/>
          <p:nvPr/>
        </p:nvSpPr>
        <p:spPr>
          <a:xfrm>
            <a:off x="1665806" y="4827483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E96D32-F7EB-8F4E-83E2-4DBDD672966E}"/>
              </a:ext>
            </a:extLst>
          </p:cNvPr>
          <p:cNvSpPr txBox="1"/>
          <p:nvPr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pic>
        <p:nvPicPr>
          <p:cNvPr id="12" name="Picture 11" descr="A picture containing laser, dark&#10;&#10;Description automatically generated">
            <a:extLst>
              <a:ext uri="{FF2B5EF4-FFF2-40B4-BE49-F238E27FC236}">
                <a16:creationId xmlns:a16="http://schemas.microsoft.com/office/drawing/2014/main" id="{964AA0E1-D393-4AA5-95B0-7135CA7A5C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9250" y="0"/>
            <a:ext cx="3439391" cy="51740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02F76B4-C533-4848-811A-8579619BA7A4}"/>
              </a:ext>
            </a:extLst>
          </p:cNvPr>
          <p:cNvSpPr txBox="1"/>
          <p:nvPr userDrawn="1"/>
        </p:nvSpPr>
        <p:spPr>
          <a:xfrm>
            <a:off x="5359" y="4818462"/>
            <a:ext cx="56992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5AD7DF-AD00-4850-98B6-C26F18F55B69}"/>
              </a:ext>
            </a:extLst>
          </p:cNvPr>
          <p:cNvSpPr txBox="1"/>
          <p:nvPr userDrawn="1"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1856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laser, dark&#10;&#10;Description automatically generated">
            <a:extLst>
              <a:ext uri="{FF2B5EF4-FFF2-40B4-BE49-F238E27FC236}">
                <a16:creationId xmlns:a16="http://schemas.microsoft.com/office/drawing/2014/main" id="{EA595E00-08B0-BD43-B7EF-408C102F5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4609" y="10089"/>
            <a:ext cx="3439391" cy="51590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E96D32-F7EB-8F4E-83E2-4DBDD672966E}"/>
              </a:ext>
            </a:extLst>
          </p:cNvPr>
          <p:cNvSpPr txBox="1"/>
          <p:nvPr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CE10DE-CB83-DA4B-9BD2-FEFD032DC526}"/>
              </a:ext>
            </a:extLst>
          </p:cNvPr>
          <p:cNvSpPr/>
          <p:nvPr/>
        </p:nvSpPr>
        <p:spPr>
          <a:xfrm>
            <a:off x="0" y="0"/>
            <a:ext cx="5715000" cy="517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D490A5-BB70-0E41-82FF-BC48224C9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0" y="4577005"/>
            <a:ext cx="1539033" cy="564499"/>
          </a:xfrm>
          <a:prstGeom prst="rect">
            <a:avLst/>
          </a:prstGeom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7D25A2C-F370-0E4E-9966-C0CAC8CD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7" y="219831"/>
            <a:ext cx="4693446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>
                <a:solidFill>
                  <a:srgbClr val="72696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BC0DE26-9A92-6D45-B4A1-99D3C6BDA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4705616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>
                <a:solidFill>
                  <a:srgbClr val="352E28"/>
                </a:solidFill>
              </a:defRPr>
            </a:lvl1pPr>
            <a:lvl2pPr>
              <a:defRPr b="0" i="0">
                <a:solidFill>
                  <a:srgbClr val="352E28"/>
                </a:solidFill>
              </a:defRPr>
            </a:lvl2pPr>
            <a:lvl3pPr>
              <a:defRPr b="0" i="0">
                <a:solidFill>
                  <a:srgbClr val="352E28"/>
                </a:solidFill>
              </a:defRPr>
            </a:lvl3pPr>
            <a:lvl4pPr>
              <a:defRPr b="0" i="0">
                <a:solidFill>
                  <a:srgbClr val="352E28"/>
                </a:solidFill>
              </a:defRPr>
            </a:lvl4pPr>
            <a:lvl5pPr>
              <a:defRPr b="0" i="0">
                <a:solidFill>
                  <a:srgbClr val="352E2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332813-F96B-2B40-9AD1-9D05620E35E3}"/>
              </a:ext>
            </a:extLst>
          </p:cNvPr>
          <p:cNvSpPr txBox="1"/>
          <p:nvPr/>
        </p:nvSpPr>
        <p:spPr>
          <a:xfrm>
            <a:off x="1665806" y="4827483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60EC81-5BD6-4BBF-B51E-B4D3D3B3439F}"/>
              </a:ext>
            </a:extLst>
          </p:cNvPr>
          <p:cNvSpPr txBox="1"/>
          <p:nvPr userDrawn="1"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170070-4BC3-46B5-AAC4-0FE585C21756}"/>
              </a:ext>
            </a:extLst>
          </p:cNvPr>
          <p:cNvSpPr txBox="1"/>
          <p:nvPr userDrawn="1"/>
        </p:nvSpPr>
        <p:spPr>
          <a:xfrm>
            <a:off x="0" y="4822169"/>
            <a:ext cx="5715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5380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laser, dark&#10;&#10;Description automatically generated">
            <a:extLst>
              <a:ext uri="{FF2B5EF4-FFF2-40B4-BE49-F238E27FC236}">
                <a16:creationId xmlns:a16="http://schemas.microsoft.com/office/drawing/2014/main" id="{EA595E00-08B0-BD43-B7EF-408C102F51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04609" y="10089"/>
            <a:ext cx="3439391" cy="51590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1E96D32-F7EB-8F4E-83E2-4DBDD672966E}"/>
              </a:ext>
            </a:extLst>
          </p:cNvPr>
          <p:cNvSpPr txBox="1"/>
          <p:nvPr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CE10DE-CB83-DA4B-9BD2-FEFD032DC526}"/>
              </a:ext>
            </a:extLst>
          </p:cNvPr>
          <p:cNvSpPr/>
          <p:nvPr/>
        </p:nvSpPr>
        <p:spPr>
          <a:xfrm>
            <a:off x="0" y="986156"/>
            <a:ext cx="5715000" cy="41890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D490A5-BB70-0E41-82FF-BC48224C9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60" y="4577005"/>
            <a:ext cx="1539033" cy="564499"/>
          </a:xfrm>
          <a:prstGeom prst="rect">
            <a:avLst/>
          </a:prstGeom>
        </p:spPr>
      </p:pic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7D25A2C-F370-0E4E-9966-C0CAC8CD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7" y="219831"/>
            <a:ext cx="4693446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2BC0DE26-9A92-6D45-B4A1-99D3C6BDA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4705616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>
                <a:solidFill>
                  <a:srgbClr val="352E28"/>
                </a:solidFill>
              </a:defRPr>
            </a:lvl1pPr>
            <a:lvl2pPr>
              <a:defRPr b="0" i="0">
                <a:solidFill>
                  <a:srgbClr val="352E28"/>
                </a:solidFill>
              </a:defRPr>
            </a:lvl2pPr>
            <a:lvl3pPr>
              <a:defRPr b="0" i="0">
                <a:solidFill>
                  <a:srgbClr val="352E28"/>
                </a:solidFill>
              </a:defRPr>
            </a:lvl3pPr>
            <a:lvl4pPr>
              <a:defRPr b="0" i="0">
                <a:solidFill>
                  <a:srgbClr val="352E28"/>
                </a:solidFill>
              </a:defRPr>
            </a:lvl4pPr>
            <a:lvl5pPr>
              <a:defRPr b="0" i="0">
                <a:solidFill>
                  <a:srgbClr val="352E2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332813-F96B-2B40-9AD1-9D05620E35E3}"/>
              </a:ext>
            </a:extLst>
          </p:cNvPr>
          <p:cNvSpPr txBox="1"/>
          <p:nvPr/>
        </p:nvSpPr>
        <p:spPr>
          <a:xfrm>
            <a:off x="1665806" y="4827483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5204E6-7931-43D5-B0BB-5D0827D805D4}"/>
              </a:ext>
            </a:extLst>
          </p:cNvPr>
          <p:cNvSpPr txBox="1"/>
          <p:nvPr userDrawn="1"/>
        </p:nvSpPr>
        <p:spPr>
          <a:xfrm>
            <a:off x="8645050" y="4795379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139502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F90778-E364-2D43-AFD5-901F21531C9C}"/>
              </a:ext>
            </a:extLst>
          </p:cNvPr>
          <p:cNvSpPr/>
          <p:nvPr/>
        </p:nvSpPr>
        <p:spPr>
          <a:xfrm>
            <a:off x="0" y="912622"/>
            <a:ext cx="9144000" cy="3597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EC59269A-FCBB-7643-88EE-9882D00D8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6" y="219831"/>
            <a:ext cx="8714943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6358B39-8BD1-9C45-8135-BF8F6A914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1121239"/>
            <a:ext cx="8714944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>
                <a:solidFill>
                  <a:srgbClr val="070807"/>
                </a:solidFill>
              </a:defRPr>
            </a:lvl1pPr>
            <a:lvl2pPr>
              <a:defRPr b="0" i="0">
                <a:solidFill>
                  <a:srgbClr val="070807"/>
                </a:solidFill>
              </a:defRPr>
            </a:lvl2pPr>
            <a:lvl3pPr>
              <a:defRPr b="0" i="0">
                <a:solidFill>
                  <a:srgbClr val="070807"/>
                </a:solidFill>
              </a:defRPr>
            </a:lvl3pPr>
            <a:lvl4pPr>
              <a:defRPr b="0" i="0">
                <a:solidFill>
                  <a:srgbClr val="070807"/>
                </a:solidFill>
              </a:defRPr>
            </a:lvl4pPr>
            <a:lvl5pPr>
              <a:defRPr b="0" i="0">
                <a:solidFill>
                  <a:srgbClr val="07080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4774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7DC6655-B5FB-4FD0-9481-5DB8FD14B818}"/>
              </a:ext>
            </a:extLst>
          </p:cNvPr>
          <p:cNvSpPr/>
          <p:nvPr/>
        </p:nvSpPr>
        <p:spPr>
          <a:xfrm>
            <a:off x="0" y="0"/>
            <a:ext cx="9144000" cy="45096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 dirty="0">
              <a:latin typeface="Arial" panose="020B0604020202020204" pitchFamily="34" charset="0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C68B631-FAC6-5A46-8FFF-0B8388585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6" y="219831"/>
            <a:ext cx="8714943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>
                <a:solidFill>
                  <a:srgbClr val="352E2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443032D9-5C76-FD44-B205-9C6000E72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1121239"/>
            <a:ext cx="8714944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>
                <a:solidFill>
                  <a:srgbClr val="070807"/>
                </a:solidFill>
              </a:defRPr>
            </a:lvl1pPr>
            <a:lvl2pPr>
              <a:defRPr b="0" i="0">
                <a:solidFill>
                  <a:srgbClr val="070807"/>
                </a:solidFill>
              </a:defRPr>
            </a:lvl2pPr>
            <a:lvl3pPr>
              <a:defRPr b="0" i="0">
                <a:solidFill>
                  <a:srgbClr val="070807"/>
                </a:solidFill>
              </a:defRPr>
            </a:lvl3pPr>
            <a:lvl4pPr>
              <a:defRPr b="0" i="0">
                <a:solidFill>
                  <a:srgbClr val="070807"/>
                </a:solidFill>
              </a:defRPr>
            </a:lvl4pPr>
            <a:lvl5pPr>
              <a:defRPr b="0" i="0">
                <a:solidFill>
                  <a:srgbClr val="07080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60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804887-452A-D844-9B49-3D6249CB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6" y="219831"/>
            <a:ext cx="8714943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FB7AF-B533-D34B-957D-15BA4887C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8714944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877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8EB15-730B-FF4B-84EB-2B98807AE2F0}"/>
              </a:ext>
            </a:extLst>
          </p:cNvPr>
          <p:cNvSpPr/>
          <p:nvPr/>
        </p:nvSpPr>
        <p:spPr>
          <a:xfrm>
            <a:off x="0" y="1"/>
            <a:ext cx="9144000" cy="51752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804887-452A-D844-9B49-3D6249CB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6" y="219831"/>
            <a:ext cx="8714943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>
                <a:solidFill>
                  <a:srgbClr val="72696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FB7AF-B533-D34B-957D-15BA4887C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8714944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>
                <a:solidFill>
                  <a:srgbClr val="352E28"/>
                </a:solidFill>
              </a:defRPr>
            </a:lvl1pPr>
            <a:lvl2pPr>
              <a:defRPr b="0" i="0">
                <a:solidFill>
                  <a:srgbClr val="352E28"/>
                </a:solidFill>
              </a:defRPr>
            </a:lvl2pPr>
            <a:lvl3pPr>
              <a:defRPr b="0" i="0">
                <a:solidFill>
                  <a:srgbClr val="352E28"/>
                </a:solidFill>
              </a:defRPr>
            </a:lvl3pPr>
            <a:lvl4pPr>
              <a:defRPr b="0" i="0">
                <a:solidFill>
                  <a:srgbClr val="352E28"/>
                </a:solidFill>
              </a:defRPr>
            </a:lvl4pPr>
            <a:lvl5pPr>
              <a:defRPr b="0" i="0">
                <a:solidFill>
                  <a:srgbClr val="352E2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95B1DC-D4D4-F545-9D51-4D32A242A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60" y="4577005"/>
            <a:ext cx="1539033" cy="5644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B92E6F-2A69-9D4D-B4EC-FD9C66375484}"/>
              </a:ext>
            </a:extLst>
          </p:cNvPr>
          <p:cNvSpPr txBox="1"/>
          <p:nvPr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EDCD3-6A6F-9E42-AFE3-66CCFCB187B8}"/>
              </a:ext>
            </a:extLst>
          </p:cNvPr>
          <p:cNvSpPr txBox="1"/>
          <p:nvPr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58AB9-C00C-4FA3-BD37-B6215E5EA230}"/>
              </a:ext>
            </a:extLst>
          </p:cNvPr>
          <p:cNvSpPr txBox="1"/>
          <p:nvPr userDrawn="1"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79683B-4E90-47EC-ADDC-F9C72B042FA3}"/>
              </a:ext>
            </a:extLst>
          </p:cNvPr>
          <p:cNvSpPr txBox="1"/>
          <p:nvPr userDrawn="1"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9818483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C8EB15-730B-FF4B-84EB-2B98807AE2F0}"/>
              </a:ext>
            </a:extLst>
          </p:cNvPr>
          <p:cNvSpPr/>
          <p:nvPr/>
        </p:nvSpPr>
        <p:spPr>
          <a:xfrm>
            <a:off x="0" y="902231"/>
            <a:ext cx="9144000" cy="42730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804887-452A-D844-9B49-3D6249CB1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36" y="219831"/>
            <a:ext cx="8714943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FB7AF-B533-D34B-957D-15BA4887C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7" y="986156"/>
            <a:ext cx="8714944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sz="1600" b="0" i="0">
                <a:solidFill>
                  <a:srgbClr val="352E28"/>
                </a:solidFill>
              </a:defRPr>
            </a:lvl1pPr>
            <a:lvl2pPr>
              <a:defRPr b="0" i="0">
                <a:solidFill>
                  <a:srgbClr val="352E28"/>
                </a:solidFill>
              </a:defRPr>
            </a:lvl2pPr>
            <a:lvl3pPr>
              <a:defRPr b="0" i="0">
                <a:solidFill>
                  <a:srgbClr val="352E28"/>
                </a:solidFill>
              </a:defRPr>
            </a:lvl3pPr>
            <a:lvl4pPr>
              <a:defRPr b="0" i="0">
                <a:solidFill>
                  <a:srgbClr val="352E28"/>
                </a:solidFill>
              </a:defRPr>
            </a:lvl4pPr>
            <a:lvl5pPr>
              <a:defRPr b="0" i="0">
                <a:solidFill>
                  <a:srgbClr val="352E28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B92E6F-2A69-9D4D-B4EC-FD9C66375484}"/>
              </a:ext>
            </a:extLst>
          </p:cNvPr>
          <p:cNvSpPr txBox="1"/>
          <p:nvPr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5EDCD3-6A6F-9E42-AFE3-66CCFCB187B8}"/>
              </a:ext>
            </a:extLst>
          </p:cNvPr>
          <p:cNvSpPr txBox="1"/>
          <p:nvPr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9C89259-3330-4BDA-8386-86028D58C7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28304" y="420720"/>
            <a:ext cx="1539034" cy="56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3248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B77BB-6DE5-4EC7-9E02-C55ABEFB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Many question marks on black background">
            <a:extLst>
              <a:ext uri="{FF2B5EF4-FFF2-40B4-BE49-F238E27FC236}">
                <a16:creationId xmlns:a16="http://schemas.microsoft.com/office/drawing/2014/main" id="{2BAD6261-52E7-4ED5-B023-2B60E45E80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  <a:alphaModFix/>
          </a:blip>
          <a:srcRect t="29729" r="-2" b="15052"/>
          <a:stretch/>
        </p:blipFill>
        <p:spPr>
          <a:xfrm>
            <a:off x="-1" y="910544"/>
            <a:ext cx="9144001" cy="362164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81721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F40863-22B4-1246-AFD3-3FD3BABB7EBB}"/>
              </a:ext>
            </a:extLst>
          </p:cNvPr>
          <p:cNvSpPr/>
          <p:nvPr/>
        </p:nvSpPr>
        <p:spPr>
          <a:xfrm>
            <a:off x="549" y="-7495"/>
            <a:ext cx="9144000" cy="517407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 dirty="0">
              <a:latin typeface="Arial" panose="020B0604020202020204" pitchFamily="34" charset="0"/>
            </a:endParaRP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242236" y="228144"/>
            <a:ext cx="8714943" cy="68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"/>
          </p:nvPr>
        </p:nvSpPr>
        <p:spPr>
          <a:xfrm>
            <a:off x="230067" y="994469"/>
            <a:ext cx="8714944" cy="29354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6D72581-D7CE-4245-A074-17976D3C1F16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772" y="4578321"/>
            <a:ext cx="1539034" cy="56543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1E213CD-0CF4-AB46-AF3A-3FE4D0D48385}"/>
              </a:ext>
            </a:extLst>
          </p:cNvPr>
          <p:cNvSpPr/>
          <p:nvPr/>
        </p:nvSpPr>
        <p:spPr>
          <a:xfrm>
            <a:off x="197427" y="-613631"/>
            <a:ext cx="431223" cy="431622"/>
          </a:xfrm>
          <a:prstGeom prst="rect">
            <a:avLst/>
          </a:prstGeom>
          <a:solidFill>
            <a:srgbClr val="D30C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70FC1E-A676-304C-AD38-49783BF2E46E}"/>
              </a:ext>
            </a:extLst>
          </p:cNvPr>
          <p:cNvSpPr/>
          <p:nvPr/>
        </p:nvSpPr>
        <p:spPr>
          <a:xfrm>
            <a:off x="716972" y="-613631"/>
            <a:ext cx="431223" cy="431622"/>
          </a:xfrm>
          <a:prstGeom prst="rect">
            <a:avLst/>
          </a:prstGeom>
          <a:solidFill>
            <a:srgbClr val="D40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B6E0C3-9C30-A642-9FE3-5B03B78820A7}"/>
              </a:ext>
            </a:extLst>
          </p:cNvPr>
          <p:cNvSpPr/>
          <p:nvPr/>
        </p:nvSpPr>
        <p:spPr>
          <a:xfrm>
            <a:off x="1236518" y="-613631"/>
            <a:ext cx="431223" cy="431622"/>
          </a:xfrm>
          <a:prstGeom prst="rect">
            <a:avLst/>
          </a:prstGeom>
          <a:solidFill>
            <a:srgbClr val="B01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4E2497-E2D0-6940-8936-F729E8F8D06A}"/>
              </a:ext>
            </a:extLst>
          </p:cNvPr>
          <p:cNvSpPr/>
          <p:nvPr/>
        </p:nvSpPr>
        <p:spPr>
          <a:xfrm>
            <a:off x="1756063" y="-613631"/>
            <a:ext cx="431223" cy="431622"/>
          </a:xfrm>
          <a:prstGeom prst="rect">
            <a:avLst/>
          </a:prstGeom>
          <a:solidFill>
            <a:srgbClr val="5828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F49DE6-B56E-7C4B-A0B1-563B837DE5CD}"/>
              </a:ext>
            </a:extLst>
          </p:cNvPr>
          <p:cNvSpPr/>
          <p:nvPr/>
        </p:nvSpPr>
        <p:spPr>
          <a:xfrm>
            <a:off x="2275608" y="-613631"/>
            <a:ext cx="431223" cy="431622"/>
          </a:xfrm>
          <a:prstGeom prst="rect">
            <a:avLst/>
          </a:prstGeom>
          <a:solidFill>
            <a:srgbClr val="352D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F9E367-FD2C-C44F-B1A2-AE5CC9C26D0D}"/>
              </a:ext>
            </a:extLst>
          </p:cNvPr>
          <p:cNvSpPr/>
          <p:nvPr/>
        </p:nvSpPr>
        <p:spPr>
          <a:xfrm>
            <a:off x="2795153" y="-613631"/>
            <a:ext cx="431223" cy="431622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82B07D-AF7D-4375-8567-FF578F65140C}"/>
              </a:ext>
            </a:extLst>
          </p:cNvPr>
          <p:cNvSpPr txBox="1"/>
          <p:nvPr userDrawn="1"/>
        </p:nvSpPr>
        <p:spPr>
          <a:xfrm>
            <a:off x="3226307" y="4835639"/>
            <a:ext cx="52822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00" b="0" i="1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Insight Proprietary &amp; Confidential.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 Not Copy or Distribute. </a:t>
            </a:r>
            <a:r>
              <a:rPr lang="en-US" sz="600" b="0" i="1" kern="1200" dirty="0">
                <a:solidFill>
                  <a:srgbClr val="9C968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© 2021 Insight Direct USA, Inc</a:t>
            </a:r>
            <a:r>
              <a:rPr lang="en-US" sz="600" b="0" i="1" baseline="0" dirty="0">
                <a:solidFill>
                  <a:srgbClr val="9C968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All Rights Reserved.</a:t>
            </a:r>
            <a:endParaRPr lang="en-US" sz="600" b="0" i="1" dirty="0">
              <a:solidFill>
                <a:srgbClr val="9C968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BA40F-584C-446C-9FF3-0D6C49A8F99C}"/>
              </a:ext>
            </a:extLst>
          </p:cNvPr>
          <p:cNvSpPr txBox="1"/>
          <p:nvPr userDrawn="1"/>
        </p:nvSpPr>
        <p:spPr>
          <a:xfrm>
            <a:off x="8645050" y="4803535"/>
            <a:ext cx="6445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900" b="0" i="0" smtClean="0">
                <a:solidFill>
                  <a:srgbClr val="9C968E"/>
                </a:solidFill>
                <a:latin typeface="Arial Regular"/>
                <a:cs typeface="Verdana"/>
              </a:rPr>
              <a:t>‹#›</a:t>
            </a:fld>
            <a:endParaRPr lang="en-US" sz="900" b="0" i="0" dirty="0" err="1">
              <a:solidFill>
                <a:srgbClr val="9C968E"/>
              </a:solidFill>
              <a:latin typeface="Arial Regular"/>
              <a:cs typeface="Verdana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AA890A2-DDBB-45CE-93DF-D18E551EA913}"/>
              </a:ext>
            </a:extLst>
          </p:cNvPr>
          <p:cNvSpPr/>
          <p:nvPr userDrawn="1"/>
        </p:nvSpPr>
        <p:spPr>
          <a:xfrm>
            <a:off x="197427" y="-613631"/>
            <a:ext cx="431223" cy="431622"/>
          </a:xfrm>
          <a:prstGeom prst="rect">
            <a:avLst/>
          </a:prstGeom>
          <a:solidFill>
            <a:srgbClr val="D30C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6872AC-1E4D-41D3-B553-BB2BD3470859}"/>
              </a:ext>
            </a:extLst>
          </p:cNvPr>
          <p:cNvSpPr/>
          <p:nvPr userDrawn="1"/>
        </p:nvSpPr>
        <p:spPr>
          <a:xfrm>
            <a:off x="716972" y="-613631"/>
            <a:ext cx="431223" cy="431622"/>
          </a:xfrm>
          <a:prstGeom prst="rect">
            <a:avLst/>
          </a:prstGeom>
          <a:solidFill>
            <a:srgbClr val="D40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9EA9B2-A72A-4783-B12D-9A7FC7CE0774}"/>
              </a:ext>
            </a:extLst>
          </p:cNvPr>
          <p:cNvSpPr/>
          <p:nvPr userDrawn="1"/>
        </p:nvSpPr>
        <p:spPr>
          <a:xfrm>
            <a:off x="1236518" y="-613631"/>
            <a:ext cx="431223" cy="431622"/>
          </a:xfrm>
          <a:prstGeom prst="rect">
            <a:avLst/>
          </a:prstGeom>
          <a:solidFill>
            <a:srgbClr val="B01C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9C7DB59-56B9-42DF-AD75-943D4FEAA6BE}"/>
              </a:ext>
            </a:extLst>
          </p:cNvPr>
          <p:cNvSpPr/>
          <p:nvPr userDrawn="1"/>
        </p:nvSpPr>
        <p:spPr>
          <a:xfrm>
            <a:off x="1756063" y="-613631"/>
            <a:ext cx="431223" cy="431622"/>
          </a:xfrm>
          <a:prstGeom prst="rect">
            <a:avLst/>
          </a:prstGeom>
          <a:solidFill>
            <a:srgbClr val="5828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B98591-056E-4B90-A662-7AA0F85A678E}"/>
              </a:ext>
            </a:extLst>
          </p:cNvPr>
          <p:cNvSpPr/>
          <p:nvPr userDrawn="1"/>
        </p:nvSpPr>
        <p:spPr>
          <a:xfrm>
            <a:off x="2275608" y="-613631"/>
            <a:ext cx="431223" cy="431622"/>
          </a:xfrm>
          <a:prstGeom prst="rect">
            <a:avLst/>
          </a:prstGeom>
          <a:solidFill>
            <a:srgbClr val="352D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7F9FFBE-AF1B-498B-89F9-1C0495AAEBCE}"/>
              </a:ext>
            </a:extLst>
          </p:cNvPr>
          <p:cNvSpPr/>
          <p:nvPr userDrawn="1"/>
        </p:nvSpPr>
        <p:spPr>
          <a:xfrm>
            <a:off x="2795153" y="-613631"/>
            <a:ext cx="431223" cy="431622"/>
          </a:xfrm>
          <a:prstGeom prst="rect">
            <a:avLst/>
          </a:prstGeom>
          <a:solidFill>
            <a:srgbClr val="D4D0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303069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6" r:id="rId2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600" b="0" i="0" kern="1200">
          <a:solidFill>
            <a:schemeClr val="bg1"/>
          </a:solidFill>
          <a:latin typeface="Arial Regular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 Regular"/>
          <a:ea typeface="Verdana" charset="0"/>
          <a:cs typeface="Verdana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 Regular"/>
          <a:ea typeface="Verdana" charset="0"/>
          <a:cs typeface="Verdana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bg1"/>
          </a:solidFill>
          <a:latin typeface="Arial Regular"/>
          <a:ea typeface="Verdana" charset="0"/>
          <a:cs typeface="Verdana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bg1"/>
          </a:solidFill>
          <a:latin typeface="Arial Regular"/>
          <a:ea typeface="Verdana" charset="0"/>
          <a:cs typeface="Verdana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bg1"/>
          </a:solidFill>
          <a:latin typeface="Arial Regular"/>
          <a:ea typeface="Verdana" charset="0"/>
          <a:cs typeface="Verdana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mailto:marie.carlson@insight.com" TargetMode="External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Verra Mobility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+mj-lt"/>
              </a:rPr>
              <a:t>AWS Assessment </a:t>
            </a:r>
            <a:r>
              <a:rPr lang="en-US" sz="1800" dirty="0">
                <a:latin typeface="+mj-lt"/>
              </a:rPr>
              <a:t>Kick-Off Meeting</a:t>
            </a:r>
            <a:endParaRPr lang="en-US" sz="1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60570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+mj-lt"/>
              </a:rPr>
              <a:t>Agenda</a:t>
            </a:r>
          </a:p>
        </p:txBody>
      </p:sp>
      <p:graphicFrame>
        <p:nvGraphicFramePr>
          <p:cNvPr id="2" name="Content Placeholder 1">
            <a:extLst>
              <a:ext uri="{FF2B5EF4-FFF2-40B4-BE49-F238E27FC236}">
                <a16:creationId xmlns:a16="http://schemas.microsoft.com/office/drawing/2014/main" id="{1CAC85FF-33DA-459A-B1E2-5AED00E54D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9134694"/>
              </p:ext>
            </p:extLst>
          </p:nvPr>
        </p:nvGraphicFramePr>
        <p:xfrm>
          <a:off x="509433" y="1015274"/>
          <a:ext cx="4159053" cy="3610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3271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Key Stakeholders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986018"/>
              </p:ext>
            </p:extLst>
          </p:nvPr>
        </p:nvGraphicFramePr>
        <p:xfrm>
          <a:off x="159547" y="1022442"/>
          <a:ext cx="8687891" cy="369743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75762">
                  <a:extLst>
                    <a:ext uri="{9D8B030D-6E8A-4147-A177-3AD203B41FA5}">
                      <a16:colId xmlns:a16="http://schemas.microsoft.com/office/drawing/2014/main" val="1595204706"/>
                    </a:ext>
                  </a:extLst>
                </a:gridCol>
                <a:gridCol w="1053929">
                  <a:extLst>
                    <a:ext uri="{9D8B030D-6E8A-4147-A177-3AD203B41FA5}">
                      <a16:colId xmlns:a16="http://schemas.microsoft.com/office/drawing/2014/main" val="2518139860"/>
                    </a:ext>
                  </a:extLst>
                </a:gridCol>
                <a:gridCol w="995783">
                  <a:extLst>
                    <a:ext uri="{9D8B030D-6E8A-4147-A177-3AD203B41FA5}">
                      <a16:colId xmlns:a16="http://schemas.microsoft.com/office/drawing/2014/main" val="386238583"/>
                    </a:ext>
                  </a:extLst>
                </a:gridCol>
                <a:gridCol w="1654942">
                  <a:extLst>
                    <a:ext uri="{9D8B030D-6E8A-4147-A177-3AD203B41FA5}">
                      <a16:colId xmlns:a16="http://schemas.microsoft.com/office/drawing/2014/main" val="2107963957"/>
                    </a:ext>
                  </a:extLst>
                </a:gridCol>
                <a:gridCol w="2186480">
                  <a:extLst>
                    <a:ext uri="{9D8B030D-6E8A-4147-A177-3AD203B41FA5}">
                      <a16:colId xmlns:a16="http://schemas.microsoft.com/office/drawing/2014/main" val="1625890416"/>
                    </a:ext>
                  </a:extLst>
                </a:gridCol>
                <a:gridCol w="1020995">
                  <a:extLst>
                    <a:ext uri="{9D8B030D-6E8A-4147-A177-3AD203B41FA5}">
                      <a16:colId xmlns:a16="http://schemas.microsoft.com/office/drawing/2014/main" val="3265530460"/>
                    </a:ext>
                  </a:extLst>
                </a:gridCol>
              </a:tblGrid>
              <a:tr h="604487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Company Name</a:t>
                      </a:r>
                      <a:endParaRPr lang="en-US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First Name</a:t>
                      </a:r>
                      <a:endParaRPr lang="en-US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Last Name</a:t>
                      </a:r>
                      <a:endParaRPr lang="en-US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Title</a:t>
                      </a:r>
                      <a:endParaRPr lang="en-US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Email</a:t>
                      </a:r>
                      <a:endParaRPr lang="en-US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Business</a:t>
                      </a:r>
                      <a:r>
                        <a:rPr lang="en-US" sz="1000" baseline="0" dirty="0"/>
                        <a:t> Phone</a:t>
                      </a:r>
                      <a:endParaRPr lang="en-US" sz="1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934325"/>
                  </a:ext>
                </a:extLst>
              </a:tr>
              <a:tr h="34874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Insight</a:t>
                      </a:r>
                      <a:endParaRPr lang="en-US" sz="900" dirty="0">
                        <a:solidFill>
                          <a:schemeClr val="tx1"/>
                        </a:solidFill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A39DA3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Pieter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Hugo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Sr </a:t>
                      </a:r>
                      <a:r>
                        <a:rPr lang="en-US" sz="900" kern="1200" dirty="0" err="1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Mgr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Services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sng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Pieter.Hugo@insight.com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+14803667134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160256"/>
                  </a:ext>
                </a:extLst>
              </a:tr>
              <a:tr h="341740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Insight</a:t>
                      </a:r>
                      <a:endParaRPr lang="en-US" sz="900" dirty="0">
                        <a:solidFill>
                          <a:schemeClr val="tx1"/>
                        </a:solidFill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A39DA3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John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Diket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Associate Software Engineer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sng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John.Diket@insight.com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+13103545753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4442807"/>
                  </a:ext>
                </a:extLst>
              </a:tr>
              <a:tr h="34874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Insight</a:t>
                      </a:r>
                      <a:endParaRPr lang="en-US" sz="900" dirty="0">
                        <a:solidFill>
                          <a:schemeClr val="tx1"/>
                        </a:solidFill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A39DA3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Marie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Carlson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Architect I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sng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marie.carlson@insight.com</a:t>
                      </a:r>
                      <a:endParaRPr lang="en-US" sz="900" u="sng" kern="1200" dirty="0">
                        <a:solidFill>
                          <a:srgbClr val="000000"/>
                        </a:solidFill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+19498552513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127159"/>
                  </a:ext>
                </a:extLst>
              </a:tr>
              <a:tr h="34874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Insight</a:t>
                      </a:r>
                      <a:endParaRPr lang="en-US" sz="900" dirty="0">
                        <a:solidFill>
                          <a:schemeClr val="tx1"/>
                        </a:solidFill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A39DA3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Vijayabaskar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Viswanathan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Principal Software Engineer 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sng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vijayabaskar.viswanathan@insight.com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65699"/>
                  </a:ext>
                </a:extLst>
              </a:tr>
              <a:tr h="348742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Insight</a:t>
                      </a:r>
                      <a:endParaRPr lang="en-US" sz="900" dirty="0">
                        <a:solidFill>
                          <a:schemeClr val="tx1"/>
                        </a:solidFill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anchor="ctr">
                    <a:solidFill>
                      <a:srgbClr val="A39DA3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Zach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Craig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Project Coordinator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kern="1200" dirty="0">
                        <a:solidFill>
                          <a:srgbClr val="000000"/>
                        </a:solidFill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sng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+mn-cs"/>
                        </a:rPr>
                        <a:t>zach.craig@insight.com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+19527154352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kern="1200" dirty="0">
                        <a:solidFill>
                          <a:srgbClr val="000000"/>
                        </a:solidFill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81064"/>
                  </a:ext>
                </a:extLst>
              </a:tr>
              <a:tr h="279981"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Insight</a:t>
                      </a:r>
                    </a:p>
                  </a:txBody>
                  <a:tcPr anchor="ctr">
                    <a:solidFill>
                      <a:srgbClr val="A39DA3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Anand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Dandupati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Consultant Sr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sng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dandupati.anand@insight.com</a:t>
                      </a: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+19522794150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9257875"/>
                  </a:ext>
                </a:extLst>
              </a:tr>
              <a:tr h="32457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Insight</a:t>
                      </a:r>
                    </a:p>
                  </a:txBody>
                  <a:tcPr anchor="ctr">
                    <a:solidFill>
                      <a:srgbClr val="A39D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Vince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Fabro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Sr </a:t>
                      </a:r>
                      <a:r>
                        <a:rPr lang="en-US" sz="900" kern="1200" dirty="0" err="1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Mgr</a:t>
                      </a: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sng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vince.fabro@insight.com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+16146076011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9095554"/>
                  </a:ext>
                </a:extLst>
              </a:tr>
              <a:tr h="36471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Insight</a:t>
                      </a:r>
                    </a:p>
                  </a:txBody>
                  <a:tcPr anchor="ctr">
                    <a:solidFill>
                      <a:srgbClr val="A39D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Alexander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Schleusner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Solutions Executive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u="sng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alexander.schleusner@insight.com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+14809021175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497115"/>
                  </a:ext>
                </a:extLst>
              </a:tr>
              <a:tr h="369948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</a:rPr>
                        <a:t>Verra Mobility</a:t>
                      </a:r>
                    </a:p>
                  </a:txBody>
                  <a:tcPr anchor="ctr">
                    <a:solidFill>
                      <a:srgbClr val="A39DA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Erik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 dirty="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Hansen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kern="1200">
                          <a:solidFill>
                            <a:srgbClr val="000000"/>
                          </a:solidFill>
                          <a:latin typeface="+mn-lt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Project Sponsor</a:t>
                      </a:r>
                      <a:endParaRPr lang="en-US" sz="900" kern="1200" dirty="0">
                        <a:solidFill>
                          <a:srgbClr val="000000"/>
                        </a:solidFill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u="sng" kern="1200" dirty="0">
                        <a:solidFill>
                          <a:srgbClr val="000000"/>
                        </a:solidFill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kern="1200" dirty="0">
                        <a:solidFill>
                          <a:srgbClr val="000000"/>
                        </a:solidFill>
                        <a:latin typeface="+mn-lt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588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647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End of Project Client Satisfaction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2236" y="961224"/>
            <a:ext cx="8845168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1100" b="1" dirty="0">
                <a:solidFill>
                  <a:schemeClr val="accent1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At the conclusion of this project, you will have the opportunity to participate in a brief Client Satisfaction Survey.</a:t>
            </a:r>
          </a:p>
          <a:p>
            <a:pPr marL="128588" indent="-128588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This survey is your opportunity to provide feedback on the Services Delivery resources.</a:t>
            </a:r>
          </a:p>
          <a:p>
            <a:pPr marL="128588" indent="-128588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The majority of our survey questions are based on a 5-point scale where 5 is Very Satisfied and 1 is Very Dissatisfied. </a:t>
            </a:r>
          </a:p>
          <a:p>
            <a:pPr marL="128588" indent="-128588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One question, “Would you recommend us to others?” is based on a 10-point Net Promoter Scoring (NPS) system where:</a:t>
            </a:r>
          </a:p>
          <a:p>
            <a:pPr lvl="1">
              <a:spcAft>
                <a:spcPts val="200"/>
              </a:spcAft>
            </a:pPr>
            <a:r>
              <a:rPr lang="en-US" sz="1100" b="1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10 &amp; 9= Promoter, 8 &amp; 7= Passive, 6 and below = Detractor.</a:t>
            </a:r>
          </a:p>
          <a:p>
            <a:pPr marL="128588" indent="-128588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The survey will be a phone conversation where we ask a standard set of questions.</a:t>
            </a:r>
          </a:p>
          <a:p>
            <a:pPr marL="128588" indent="-128588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The survey takes approximately 5 minutes.</a:t>
            </a:r>
          </a:p>
          <a:p>
            <a:pPr marL="128588" indent="-128588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We use an external company to conduct the client satisfaction review and they will attempt to call six times before leaving a voice message. U.S. Based Customers can expect a call with the caller ID showing “Service 800-925-XXXX”</a:t>
            </a:r>
          </a:p>
          <a:p>
            <a:pPr marL="128588" indent="-128588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Results are reported to Insight’s Senior Management.</a:t>
            </a:r>
          </a:p>
          <a:p>
            <a:pPr lvl="1">
              <a:spcAft>
                <a:spcPts val="200"/>
              </a:spcAft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Survey focus:</a:t>
            </a:r>
          </a:p>
          <a:p>
            <a:pPr marL="900113" lvl="2" indent="-21431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Our ability to meet objectives. </a:t>
            </a:r>
          </a:p>
          <a:p>
            <a:pPr marL="900113" lvl="2" indent="-21431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The professionalism of our people.</a:t>
            </a:r>
          </a:p>
          <a:p>
            <a:pPr marL="900113" lvl="2" indent="-21431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The technical ability of our people.</a:t>
            </a:r>
          </a:p>
          <a:p>
            <a:pPr marL="900113" lvl="2" indent="-21431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The communication from our team.</a:t>
            </a:r>
          </a:p>
          <a:p>
            <a:pPr marL="900113" lvl="2" indent="-21431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Our ability to meet agreed-upon schedules/deadlines.</a:t>
            </a:r>
          </a:p>
          <a:p>
            <a:pPr marL="900113" lvl="2" indent="-21431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Your overall opinion.   </a:t>
            </a:r>
          </a:p>
          <a:p>
            <a:pPr marL="900113" lvl="2" indent="-21431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The expected business value from Insight.</a:t>
            </a:r>
          </a:p>
          <a:p>
            <a:pPr marL="900113" lvl="2" indent="-214313"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How likely is it that you would recommend Insight to a friend or colleague.</a:t>
            </a:r>
            <a:endParaRPr lang="en-US" sz="1100" b="1" dirty="0">
              <a:solidFill>
                <a:srgbClr val="000000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spcAft>
                <a:spcPts val="200"/>
              </a:spcAft>
            </a:pPr>
            <a:r>
              <a:rPr lang="en-US" sz="1100" b="1" dirty="0">
                <a:solidFill>
                  <a:srgbClr val="000000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Question: Does your company allow you to complete Client Satisfaction Surveys?</a:t>
            </a:r>
            <a:endParaRPr lang="en-US" sz="1100" dirty="0">
              <a:solidFill>
                <a:srgbClr val="000000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891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32271-28C6-B04D-B8F9-61D14FBD1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+mn-lt"/>
              </a:rPr>
              <a:t>Project Logistics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B02528A-36E6-4828-B33C-2827F53D0C5A}"/>
              </a:ext>
            </a:extLst>
          </p:cNvPr>
          <p:cNvGrpSpPr/>
          <p:nvPr/>
        </p:nvGrpSpPr>
        <p:grpSpPr>
          <a:xfrm>
            <a:off x="84226" y="1033885"/>
            <a:ext cx="8929828" cy="3588980"/>
            <a:chOff x="84226" y="1033885"/>
            <a:chExt cx="8929828" cy="358898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2771455-6F53-4B1C-ABA0-D35C0AD41EB2}"/>
                </a:ext>
              </a:extLst>
            </p:cNvPr>
            <p:cNvSpPr/>
            <p:nvPr/>
          </p:nvSpPr>
          <p:spPr>
            <a:xfrm>
              <a:off x="84226" y="1513905"/>
              <a:ext cx="2103120" cy="3108960"/>
            </a:xfrm>
            <a:custGeom>
              <a:avLst/>
              <a:gdLst>
                <a:gd name="connsiteX0" fmla="*/ 0 w 1995997"/>
                <a:gd name="connsiteY0" fmla="*/ 0 h 187199"/>
                <a:gd name="connsiteX1" fmla="*/ 1995997 w 1995997"/>
                <a:gd name="connsiteY1" fmla="*/ 0 h 187199"/>
                <a:gd name="connsiteX2" fmla="*/ 1995997 w 1995997"/>
                <a:gd name="connsiteY2" fmla="*/ 187199 h 187199"/>
                <a:gd name="connsiteX3" fmla="*/ 0 w 1995997"/>
                <a:gd name="connsiteY3" fmla="*/ 187199 h 187199"/>
                <a:gd name="connsiteX4" fmla="*/ 0 w 1995997"/>
                <a:gd name="connsiteY4" fmla="*/ 0 h 1871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5997" h="187199">
                  <a:moveTo>
                    <a:pt x="0" y="0"/>
                  </a:moveTo>
                  <a:lnTo>
                    <a:pt x="1995997" y="0"/>
                  </a:lnTo>
                  <a:lnTo>
                    <a:pt x="1995997" y="187199"/>
                  </a:lnTo>
                  <a:lnTo>
                    <a:pt x="0" y="1871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90000"/>
              </a:schemeClr>
            </a:solidFill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4676" tIns="74676" rIns="99568" bIns="112014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Start Date: TBD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Estimated Project Duration: 3 weeks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Time &amp; Materials Engagement 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dirty="0">
                  <a:solidFill>
                    <a:srgbClr val="000000"/>
                  </a:solidFill>
                </a:rPr>
                <a:t>Invoiced monthly</a:t>
              </a:r>
            </a:p>
            <a:p>
              <a:pPr marL="0" lvl="1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US" sz="1200" dirty="0">
                  <a:solidFill>
                    <a:srgbClr val="000000"/>
                  </a:solidFill>
                </a:rPr>
                <a:t> </a:t>
              </a:r>
              <a:endParaRPr lang="en-US" sz="1200" kern="1200" dirty="0">
                <a:solidFill>
                  <a:srgbClr val="000000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2D7A1DC-1FAB-4BF9-801A-FB96E028374A}"/>
                </a:ext>
              </a:extLst>
            </p:cNvPr>
            <p:cNvSpPr/>
            <p:nvPr/>
          </p:nvSpPr>
          <p:spPr>
            <a:xfrm>
              <a:off x="85441" y="1033885"/>
              <a:ext cx="2103120" cy="457201"/>
            </a:xfrm>
            <a:custGeom>
              <a:avLst/>
              <a:gdLst>
                <a:gd name="connsiteX0" fmla="*/ 0 w 1995997"/>
                <a:gd name="connsiteY0" fmla="*/ 0 h 272202"/>
                <a:gd name="connsiteX1" fmla="*/ 1995997 w 1995997"/>
                <a:gd name="connsiteY1" fmla="*/ 0 h 272202"/>
                <a:gd name="connsiteX2" fmla="*/ 1995997 w 1995997"/>
                <a:gd name="connsiteY2" fmla="*/ 272202 h 272202"/>
                <a:gd name="connsiteX3" fmla="*/ 0 w 1995997"/>
                <a:gd name="connsiteY3" fmla="*/ 272202 h 272202"/>
                <a:gd name="connsiteX4" fmla="*/ 0 w 1995997"/>
                <a:gd name="connsiteY4" fmla="*/ 0 h 272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5997" h="272202">
                  <a:moveTo>
                    <a:pt x="0" y="0"/>
                  </a:moveTo>
                  <a:lnTo>
                    <a:pt x="1995997" y="0"/>
                  </a:lnTo>
                  <a:lnTo>
                    <a:pt x="1995997" y="272202"/>
                  </a:lnTo>
                  <a:lnTo>
                    <a:pt x="0" y="27220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560" tIns="20320" rIns="35560" bIns="20320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Schedule</a:t>
              </a: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D55C88E-DFAD-4BFD-8F29-E8485BE552E9}"/>
                </a:ext>
              </a:extLst>
            </p:cNvPr>
            <p:cNvSpPr/>
            <p:nvPr/>
          </p:nvSpPr>
          <p:spPr>
            <a:xfrm>
              <a:off x="2359390" y="1493654"/>
              <a:ext cx="2103120" cy="3108960"/>
            </a:xfrm>
            <a:custGeom>
              <a:avLst/>
              <a:gdLst>
                <a:gd name="connsiteX0" fmla="*/ 0 w 1995997"/>
                <a:gd name="connsiteY0" fmla="*/ 0 h 253418"/>
                <a:gd name="connsiteX1" fmla="*/ 1995997 w 1995997"/>
                <a:gd name="connsiteY1" fmla="*/ 0 h 253418"/>
                <a:gd name="connsiteX2" fmla="*/ 1995997 w 1995997"/>
                <a:gd name="connsiteY2" fmla="*/ 253418 h 253418"/>
                <a:gd name="connsiteX3" fmla="*/ 0 w 1995997"/>
                <a:gd name="connsiteY3" fmla="*/ 253418 h 253418"/>
                <a:gd name="connsiteX4" fmla="*/ 0 w 1995997"/>
                <a:gd name="connsiteY4" fmla="*/ 0 h 253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5997" h="253418">
                  <a:moveTo>
                    <a:pt x="0" y="0"/>
                  </a:moveTo>
                  <a:lnTo>
                    <a:pt x="1995997" y="0"/>
                  </a:lnTo>
                  <a:lnTo>
                    <a:pt x="1995997" y="253418"/>
                  </a:lnTo>
                  <a:lnTo>
                    <a:pt x="0" y="2534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90000"/>
              </a:schemeClr>
            </a:solidFill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4676" tIns="74676" rIns="99568" bIns="112014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Project Location: </a:t>
              </a:r>
            </a:p>
            <a:p>
              <a:pPr marL="457200" lvl="2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Remote work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Network Access</a:t>
              </a:r>
            </a:p>
            <a:p>
              <a:pPr marL="457200" lvl="2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dirty="0">
                  <a:solidFill>
                    <a:srgbClr val="000000"/>
                  </a:solidFill>
                </a:rPr>
                <a:t>At least 4 AWS account accesses needed</a:t>
              </a:r>
            </a:p>
            <a:p>
              <a:pPr marL="457200" lvl="2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dirty="0">
                  <a:solidFill>
                    <a:srgbClr val="000000"/>
                  </a:solidFill>
                </a:rPr>
                <a:t>Any other licenses or accesses required?</a:t>
              </a:r>
              <a:endParaRPr lang="en-US" sz="1200" kern="1200" dirty="0">
                <a:solidFill>
                  <a:srgbClr val="000000"/>
                </a:solidFill>
              </a:endParaRP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Documentation or materials required to plan the assessment?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Any other required Resource actions prior to kick-off?</a:t>
              </a:r>
            </a:p>
            <a:p>
              <a:pPr marL="114300" lvl="1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US" sz="1200" dirty="0">
                <a:solidFill>
                  <a:srgbClr val="000000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9C4C529-3A8A-47A6-9DBC-A6D143DEAD29}"/>
                </a:ext>
              </a:extLst>
            </p:cNvPr>
            <p:cNvSpPr/>
            <p:nvPr/>
          </p:nvSpPr>
          <p:spPr>
            <a:xfrm>
              <a:off x="2360605" y="1036453"/>
              <a:ext cx="2103120" cy="457201"/>
            </a:xfrm>
            <a:custGeom>
              <a:avLst/>
              <a:gdLst>
                <a:gd name="connsiteX0" fmla="*/ 0 w 1995997"/>
                <a:gd name="connsiteY0" fmla="*/ 0 h 272202"/>
                <a:gd name="connsiteX1" fmla="*/ 1995997 w 1995997"/>
                <a:gd name="connsiteY1" fmla="*/ 0 h 272202"/>
                <a:gd name="connsiteX2" fmla="*/ 1995997 w 1995997"/>
                <a:gd name="connsiteY2" fmla="*/ 272202 h 272202"/>
                <a:gd name="connsiteX3" fmla="*/ 0 w 1995997"/>
                <a:gd name="connsiteY3" fmla="*/ 272202 h 272202"/>
                <a:gd name="connsiteX4" fmla="*/ 0 w 1995997"/>
                <a:gd name="connsiteY4" fmla="*/ 0 h 272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5997" h="272202">
                  <a:moveTo>
                    <a:pt x="0" y="0"/>
                  </a:moveTo>
                  <a:lnTo>
                    <a:pt x="1995997" y="0"/>
                  </a:lnTo>
                  <a:lnTo>
                    <a:pt x="1995997" y="272202"/>
                  </a:lnTo>
                  <a:lnTo>
                    <a:pt x="0" y="27220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560" tIns="20320" rIns="35560" bIns="20320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Logistics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5D4A7A9-272A-471A-8ADE-20196716376D}"/>
                </a:ext>
              </a:extLst>
            </p:cNvPr>
            <p:cNvSpPr/>
            <p:nvPr/>
          </p:nvSpPr>
          <p:spPr>
            <a:xfrm>
              <a:off x="4635769" y="1486878"/>
              <a:ext cx="2103120" cy="3108960"/>
            </a:xfrm>
            <a:custGeom>
              <a:avLst/>
              <a:gdLst>
                <a:gd name="connsiteX0" fmla="*/ 0 w 10000"/>
                <a:gd name="connsiteY0" fmla="*/ 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90000"/>
              </a:schemeClr>
            </a:solidFill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4676" tIns="74676" rIns="99568" bIns="112014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Set up first Technical Meeting </a:t>
              </a:r>
            </a:p>
            <a:p>
              <a:pPr marL="457200" lvl="2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dirty="0">
                  <a:solidFill>
                    <a:srgbClr val="000000"/>
                  </a:solidFill>
                </a:rPr>
                <a:t>Who should be involved from both sides?</a:t>
              </a:r>
              <a:endParaRPr lang="en-US" sz="1200" kern="1200" dirty="0">
                <a:solidFill>
                  <a:srgbClr val="000000"/>
                </a:solidFill>
              </a:endParaRP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Discovery Meetings?</a:t>
              </a:r>
            </a:p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Weekly Status Reports</a:t>
              </a:r>
            </a:p>
            <a:p>
              <a:pPr marL="457200" lvl="2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dirty="0">
                  <a:solidFill>
                    <a:srgbClr val="000000"/>
                  </a:solidFill>
                </a:rPr>
                <a:t>Calls or Emails?</a:t>
              </a:r>
            </a:p>
            <a:p>
              <a:pPr marL="457200" lvl="2" indent="-114300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dirty="0">
                  <a:solidFill>
                    <a:srgbClr val="000000"/>
                  </a:solidFill>
                </a:rPr>
                <a:t>Which day of the week?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BACD3B2-D589-4D2E-90C6-CC6BC05ECB45}"/>
                </a:ext>
              </a:extLst>
            </p:cNvPr>
            <p:cNvSpPr/>
            <p:nvPr/>
          </p:nvSpPr>
          <p:spPr>
            <a:xfrm>
              <a:off x="4635769" y="1033885"/>
              <a:ext cx="2103120" cy="457201"/>
            </a:xfrm>
            <a:custGeom>
              <a:avLst/>
              <a:gdLst>
                <a:gd name="connsiteX0" fmla="*/ 0 w 1995997"/>
                <a:gd name="connsiteY0" fmla="*/ 0 h 584540"/>
                <a:gd name="connsiteX1" fmla="*/ 1995997 w 1995997"/>
                <a:gd name="connsiteY1" fmla="*/ 0 h 584540"/>
                <a:gd name="connsiteX2" fmla="*/ 1995997 w 1995997"/>
                <a:gd name="connsiteY2" fmla="*/ 584540 h 584540"/>
                <a:gd name="connsiteX3" fmla="*/ 0 w 1995997"/>
                <a:gd name="connsiteY3" fmla="*/ 584540 h 584540"/>
                <a:gd name="connsiteX4" fmla="*/ 0 w 1995997"/>
                <a:gd name="connsiteY4" fmla="*/ 0 h 584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5997" h="584540">
                  <a:moveTo>
                    <a:pt x="0" y="0"/>
                  </a:moveTo>
                  <a:lnTo>
                    <a:pt x="1995997" y="0"/>
                  </a:lnTo>
                  <a:lnTo>
                    <a:pt x="1995997" y="584540"/>
                  </a:lnTo>
                  <a:lnTo>
                    <a:pt x="0" y="58454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560" tIns="20320" rIns="35560" bIns="20320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Status Cadence</a:t>
              </a: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52526F9-E1D5-4B44-8E62-CF104878737E}"/>
                </a:ext>
              </a:extLst>
            </p:cNvPr>
            <p:cNvSpPr/>
            <p:nvPr/>
          </p:nvSpPr>
          <p:spPr>
            <a:xfrm>
              <a:off x="6910934" y="1486878"/>
              <a:ext cx="2103120" cy="3108960"/>
            </a:xfrm>
            <a:custGeom>
              <a:avLst/>
              <a:gdLst>
                <a:gd name="connsiteX0" fmla="*/ 0 w 1995997"/>
                <a:gd name="connsiteY0" fmla="*/ 0 h 22468"/>
                <a:gd name="connsiteX1" fmla="*/ 1995997 w 1995997"/>
                <a:gd name="connsiteY1" fmla="*/ 0 h 22468"/>
                <a:gd name="connsiteX2" fmla="*/ 1995997 w 1995997"/>
                <a:gd name="connsiteY2" fmla="*/ 22468 h 22468"/>
                <a:gd name="connsiteX3" fmla="*/ 0 w 1995997"/>
                <a:gd name="connsiteY3" fmla="*/ 22468 h 22468"/>
                <a:gd name="connsiteX4" fmla="*/ 0 w 1995997"/>
                <a:gd name="connsiteY4" fmla="*/ 0 h 22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5997" h="22468">
                  <a:moveTo>
                    <a:pt x="0" y="0"/>
                  </a:moveTo>
                  <a:lnTo>
                    <a:pt x="1995997" y="0"/>
                  </a:lnTo>
                  <a:lnTo>
                    <a:pt x="1995997" y="22468"/>
                  </a:lnTo>
                  <a:lnTo>
                    <a:pt x="0" y="224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90000"/>
              </a:schemeClr>
            </a:solidFill>
          </p:spPr>
          <p:style>
            <a:ln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74676" tIns="74676" rIns="99568" bIns="112014" numCol="1" spcCol="1270" anchor="t" anchorCtr="0">
              <a:noAutofit/>
            </a:bodyPr>
            <a:lstStyle/>
            <a:p>
              <a:pPr marL="114300" lvl="1" indent="-114300" algn="l" defTabSz="6223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200" kern="1200" dirty="0">
                  <a:solidFill>
                    <a:srgbClr val="000000"/>
                  </a:solidFill>
                </a:rPr>
                <a:t>Any other requirements, or final thoughts?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CA2BF5F-55F8-4A1D-86B9-0325F364D3AD}"/>
                </a:ext>
              </a:extLst>
            </p:cNvPr>
            <p:cNvSpPr/>
            <p:nvPr/>
          </p:nvSpPr>
          <p:spPr>
            <a:xfrm>
              <a:off x="6910934" y="1033885"/>
              <a:ext cx="2103120" cy="457201"/>
            </a:xfrm>
            <a:custGeom>
              <a:avLst/>
              <a:gdLst>
                <a:gd name="connsiteX0" fmla="*/ 0 w 1995997"/>
                <a:gd name="connsiteY0" fmla="*/ 0 h 1714522"/>
                <a:gd name="connsiteX1" fmla="*/ 1995997 w 1995997"/>
                <a:gd name="connsiteY1" fmla="*/ 0 h 1714522"/>
                <a:gd name="connsiteX2" fmla="*/ 1995997 w 1995997"/>
                <a:gd name="connsiteY2" fmla="*/ 1714522 h 1714522"/>
                <a:gd name="connsiteX3" fmla="*/ 0 w 1995997"/>
                <a:gd name="connsiteY3" fmla="*/ 1714522 h 1714522"/>
                <a:gd name="connsiteX4" fmla="*/ 0 w 1995997"/>
                <a:gd name="connsiteY4" fmla="*/ 0 h 1714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5997" h="1714522">
                  <a:moveTo>
                    <a:pt x="0" y="0"/>
                  </a:moveTo>
                  <a:lnTo>
                    <a:pt x="1995997" y="0"/>
                  </a:lnTo>
                  <a:lnTo>
                    <a:pt x="1995997" y="1714522"/>
                  </a:lnTo>
                  <a:lnTo>
                    <a:pt x="0" y="171452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1">
              <a:schemeClr val="accen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5560" tIns="20320" rIns="35560" bIns="20320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/>
                <a:t>Miscellaneous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2213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Objectives / Overview</a:t>
            </a:r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363277" y="1562215"/>
            <a:ext cx="8055261" cy="336145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0" u="none" strike="noStrike" baseline="0" dirty="0">
                <a:solidFill>
                  <a:srgbClr val="000000"/>
                </a:solidFill>
                <a:latin typeface="+mn-lt"/>
              </a:rPr>
              <a:t>The scope of this SOW will focus on the activities related to the Client’s AWS environment. The following is a high-level description of the core Services Insight will provide:</a:t>
            </a:r>
          </a:p>
          <a:p>
            <a:pPr marL="0" indent="0">
              <a:buNone/>
            </a:pPr>
            <a:endParaRPr lang="en-US" sz="1600" i="0" u="none" strike="noStrike" baseline="0" dirty="0">
              <a:solidFill>
                <a:srgbClr val="000000"/>
              </a:solidFill>
              <a:latin typeface="+mn-lt"/>
            </a:endParaRPr>
          </a:p>
          <a:p>
            <a:r>
              <a:rPr lang="en-US" sz="1600" i="0" u="none" strike="noStrike" baseline="0" dirty="0">
                <a:solidFill>
                  <a:srgbClr val="000000"/>
                </a:solidFill>
                <a:latin typeface="+mn-lt"/>
              </a:rPr>
              <a:t>Assess current AWS environment and document a detailed current state assessment and any potential update recommendations</a:t>
            </a:r>
          </a:p>
          <a:p>
            <a:r>
              <a:rPr lang="en-US" sz="1600" i="0" u="none" strike="noStrike" baseline="0" dirty="0">
                <a:solidFill>
                  <a:srgbClr val="000000"/>
                </a:solidFill>
                <a:latin typeface="+mn-lt"/>
              </a:rPr>
              <a:t>Assess current application architectures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600" i="0" u="none" strike="noStrike" baseline="0" dirty="0">
                <a:solidFill>
                  <a:srgbClr val="000000"/>
                </a:solidFill>
                <a:latin typeface="+mn-lt"/>
              </a:rPr>
              <a:t>Driver Pricing Engine</a:t>
            </a:r>
          </a:p>
          <a:p>
            <a:pPr marL="0" indent="0">
              <a:buNone/>
            </a:pPr>
            <a:endParaRPr lang="en-US" sz="1600" i="0" u="none" strike="noStrike" baseline="0" dirty="0">
              <a:solidFill>
                <a:srgbClr val="000000"/>
              </a:solidFill>
              <a:latin typeface="+mn-lt"/>
            </a:endParaRPr>
          </a:p>
          <a:p>
            <a:pPr marL="0" indent="0">
              <a:buNone/>
            </a:pPr>
            <a:r>
              <a:rPr lang="en-US" sz="1600" i="0" u="none" strike="noStrike" baseline="0" dirty="0">
                <a:solidFill>
                  <a:srgbClr val="000000"/>
                </a:solidFill>
                <a:latin typeface="+mn-lt"/>
              </a:rPr>
              <a:t>Please Note: Services and Deliverables not expressly specified in this SOW are considered out of scope and will be addressed with a separate SOW or Change Order.</a:t>
            </a:r>
          </a:p>
        </p:txBody>
      </p:sp>
      <p:sp>
        <p:nvSpPr>
          <p:cNvPr id="3" name="Rectangle 2"/>
          <p:cNvSpPr/>
          <p:nvPr/>
        </p:nvSpPr>
        <p:spPr>
          <a:xfrm>
            <a:off x="321105" y="1047557"/>
            <a:ext cx="8459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+mj-lt"/>
              </a:rPr>
              <a:t>AWS Assessment Service Description</a:t>
            </a:r>
          </a:p>
        </p:txBody>
      </p:sp>
    </p:spTree>
    <p:extLst>
      <p:ext uri="{BB962C8B-B14F-4D97-AF65-F5344CB8AC3E}">
        <p14:creationId xmlns:p14="http://schemas.microsoft.com/office/powerpoint/2010/main" val="2681813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Scope and Approach</a:t>
            </a:r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363277" y="1562215"/>
            <a:ext cx="8055261" cy="318629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Assess Current AWS Environment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171450" marR="0" lvl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defTabSz="685800">
              <a:spcBef>
                <a:spcPts val="0"/>
              </a:spcBef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Assess current AWS environment and document a detailed current state assessment and any potential update recommendations to include:</a:t>
            </a:r>
          </a:p>
          <a:p>
            <a:pPr defTabSz="685800">
              <a:spcBef>
                <a:spcPts val="0"/>
              </a:spcBef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AWS Account structure, organizations, and service control policies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Networking – VPC components, hybrid connectivity, Ingress and Egress Routing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Identity and Access Management – Identity providers, IAM model, IAM roles, Users/Groups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Security and Policy Design – security groups, NACLs, and IAM policy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Governance – Cost Management strategy, Monitoring and Loggings, Backup, Audit requirements, SIEM Integration, ITSM integration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Infrastructure-as-Code and DevOps integration and importance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PaaS services and configuration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21105" y="1047557"/>
            <a:ext cx="83392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+mj-lt"/>
              </a:rPr>
              <a:t>The following is a high-level description of the Services Insight will provide:</a:t>
            </a:r>
          </a:p>
        </p:txBody>
      </p:sp>
    </p:spTree>
    <p:extLst>
      <p:ext uri="{BB962C8B-B14F-4D97-AF65-F5344CB8AC3E}">
        <p14:creationId xmlns:p14="http://schemas.microsoft.com/office/powerpoint/2010/main" val="801442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Scope and Approach</a:t>
            </a:r>
          </a:p>
        </p:txBody>
      </p:sp>
      <p:sp>
        <p:nvSpPr>
          <p:cNvPr id="8" name="Content Placeholder 3"/>
          <p:cNvSpPr txBox="1">
            <a:spLocks/>
          </p:cNvSpPr>
          <p:nvPr/>
        </p:nvSpPr>
        <p:spPr>
          <a:xfrm>
            <a:off x="363277" y="1416888"/>
            <a:ext cx="8055261" cy="342733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Tx/>
              <a:buFont typeface="Arial"/>
              <a:buChar char="•"/>
              <a:defRPr sz="2000" kern="1200" baseline="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Assess Current Application Architectures</a:t>
            </a: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i="1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defTabSz="685800">
              <a:spcBef>
                <a:spcPts val="0"/>
              </a:spcBef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Assess current Driver Pricing Engine architecture and document a detailed current state and any potential update recommendations to include: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Application CI/CD – code deployments, and deployment automation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Cloud Map – services and instances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Route53 – domain names, traffic, health checks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Certificate Manager – SSL/TLS cert management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Keys Management Service (KMS) – app-tier, database-tier keys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Secrets Manager – encryption, rotation rules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Elastic Container Registry (ECR) – ACL, policy rules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Elastic Container Service (ECS) </a:t>
            </a: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Fargate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 Cluster – containers, tasks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Load Balancer – listeners, target groups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Scalable Computing – auto scaling groups and policies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CloudWatch – resources monitored, rules and triggers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Simple Notification Service (SNS) – topics, subscribers and security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Simple Queue Service (SQS) – error handling, retries, dead-letter queues</a:t>
            </a:r>
          </a:p>
          <a:p>
            <a:pPr lvl="1" defTabSz="685800">
              <a:spcBef>
                <a:spcPts val="0"/>
              </a:spcBef>
              <a:buFont typeface="Courier New" panose="02070309020205020404" pitchFamily="49" charset="0"/>
              <a:buChar char="o"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Relational Database Service (RDS) – number of tables, tables sizes, storage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1105" y="1047557"/>
            <a:ext cx="833927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accent1"/>
                </a:solidFill>
                <a:latin typeface="+mj-lt"/>
              </a:rPr>
              <a:t>The following is a high-level description of the Services Insight will provide:</a:t>
            </a:r>
          </a:p>
        </p:txBody>
      </p:sp>
    </p:spTree>
    <p:extLst>
      <p:ext uri="{BB962C8B-B14F-4D97-AF65-F5344CB8AC3E}">
        <p14:creationId xmlns:p14="http://schemas.microsoft.com/office/powerpoint/2010/main" val="1877485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9021E-6F8E-4954-BC08-9B14627EF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Project Deliverables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6DB57D3-0AB7-4489-BCEA-B9562D77C9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4559564"/>
              </p:ext>
            </p:extLst>
          </p:nvPr>
        </p:nvGraphicFramePr>
        <p:xfrm>
          <a:off x="230187" y="985838"/>
          <a:ext cx="4947293" cy="2935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359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A1DD7B-56C7-43BB-8A5C-0E8A4757F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431698481"/>
      </p:ext>
    </p:extLst>
  </p:cSld>
  <p:clrMapOvr>
    <a:masterClrMapping/>
  </p:clrMapOvr>
</p:sld>
</file>

<file path=ppt/theme/theme1.xml><?xml version="1.0" encoding="utf-8"?>
<a:theme xmlns:a="http://schemas.openxmlformats.org/drawingml/2006/main" name="Insight 2021 PPT Template">
  <a:themeElements>
    <a:clrScheme name="Custom 3">
      <a:dk1>
        <a:srgbClr val="FFFFFF"/>
      </a:dk1>
      <a:lt1>
        <a:srgbClr val="FFFFFF"/>
      </a:lt1>
      <a:dk2>
        <a:srgbClr val="44546A"/>
      </a:dk2>
      <a:lt2>
        <a:srgbClr val="E7E6E6"/>
      </a:lt2>
      <a:accent1>
        <a:srgbClr val="B01C87"/>
      </a:accent1>
      <a:accent2>
        <a:srgbClr val="7D716D"/>
      </a:accent2>
      <a:accent3>
        <a:srgbClr val="D30EA5"/>
      </a:accent3>
      <a:accent4>
        <a:srgbClr val="D30C55"/>
      </a:accent4>
      <a:accent5>
        <a:srgbClr val="A39DA3"/>
      </a:accent5>
      <a:accent6>
        <a:srgbClr val="582873"/>
      </a:accent6>
      <a:hlink>
        <a:srgbClr val="5CADD4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167A"/>
        </a:solidFill>
      </a:spPr>
      <a:bodyPr rtlCol="0" anchor="ctr"/>
      <a:lstStyle>
        <a:defPPr algn="ctr"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nsight 2021 PPT Template" id="{8D2B4F96-1D1A-4CDC-834C-D4A3199C0DAF}" vid="{1C24A6C4-5551-4020-8990-41130FA652D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D535CDA8AEE447B1EA4FD004351974" ma:contentTypeVersion="6" ma:contentTypeDescription="Create a new document." ma:contentTypeScope="" ma:versionID="a0a3daf621c41013d722374a5bfe3257">
  <xsd:schema xmlns:xsd="http://www.w3.org/2001/XMLSchema" xmlns:xs="http://www.w3.org/2001/XMLSchema" xmlns:p="http://schemas.microsoft.com/office/2006/metadata/properties" xmlns:ns2="ddea3986-4aec-4687-b145-4b39f742c035" targetNamespace="http://schemas.microsoft.com/office/2006/metadata/properties" ma:root="true" ma:fieldsID="2985be0df2c56e16a199019bd9237c39" ns2:_="">
    <xsd:import namespace="ddea3986-4aec-4687-b145-4b39f742c0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ea3986-4aec-4687-b145-4b39f742c0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3A8195-80C0-42D7-98F0-2A693D6B8813}"/>
</file>

<file path=customXml/itemProps2.xml><?xml version="1.0" encoding="utf-8"?>
<ds:datastoreItem xmlns:ds="http://schemas.openxmlformats.org/officeDocument/2006/customXml" ds:itemID="{6AEBFC1D-A38E-40D9-BAA4-4C9FA5D9963E}">
  <ds:schemaRefs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03adc1bb-8eb4-44da-a7a7-73ebdb2eafb2"/>
    <ds:schemaRef ds:uri="f3f56147-68d8-485c-bcd4-9113ee69a953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558DF8B4-170D-4C6C-8B05-591B5FC6DA9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Insight 2021 PPT Template</Template>
  <TotalTime>750</TotalTime>
  <Words>941</Words>
  <Application>Microsoft Office PowerPoint</Application>
  <PresentationFormat>On-screen Show (16:9)</PresentationFormat>
  <Paragraphs>161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Regular</vt:lpstr>
      <vt:lpstr>Courier New</vt:lpstr>
      <vt:lpstr>Verdana</vt:lpstr>
      <vt:lpstr>Insight 2021 PPT Template</vt:lpstr>
      <vt:lpstr>Verra Mobility</vt:lpstr>
      <vt:lpstr>Agenda</vt:lpstr>
      <vt:lpstr>Key Stakeholders</vt:lpstr>
      <vt:lpstr>End of Project Client Satisfaction Survey</vt:lpstr>
      <vt:lpstr>Project Logistics</vt:lpstr>
      <vt:lpstr>Objectives / Overview</vt:lpstr>
      <vt:lpstr>Scope and Approach</vt:lpstr>
      <vt:lpstr>Scope and Approach</vt:lpstr>
      <vt:lpstr>Project Deliverables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Kick-Off Presentation</dc:title>
  <dc:creator>Casenhiser, Megan</dc:creator>
  <cp:lastModifiedBy>Craig, Zach</cp:lastModifiedBy>
  <cp:revision>15</cp:revision>
  <dcterms:created xsi:type="dcterms:W3CDTF">2021-05-24T18:29:24Z</dcterms:created>
  <dcterms:modified xsi:type="dcterms:W3CDTF">2022-02-17T16:38:53Z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0x01010001D535CDA8AEE447B1EA4FD004351974</vt:lpwstr>
  </property>
  <property fmtid="{D5CDD505-2E9C-101B-9397-08002B2CF9AE}" pid="3" name="TaxKeyword">
    <vt:lpwstr/>
  </property>
  <property fmtid="{D5CDD505-2E9C-101B-9397-08002B2CF9AE}" pid="4" name="TiM Tags">
    <vt:lpwstr/>
  </property>
  <property fmtid="{D5CDD505-2E9C-101B-9397-08002B2CF9AE}" pid="5" name="Classification">
    <vt:lpwstr>57;#Template|b9430727-a839-449b-b52e-fc7383552b42</vt:lpwstr>
  </property>
</Properties>
</file>